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notesSlides/notesSlide17.xml" ContentType="application/vnd.openxmlformats-officedocument.presentationml.notesSlide+xml"/>
  <Override PartName="/ppt/tags/tag20.xml" ContentType="application/vnd.openxmlformats-officedocument.presentationml.tags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9" r:id="rId1"/>
    <p:sldMasterId id="2147483650" r:id="rId2"/>
  </p:sldMasterIdLst>
  <p:notesMasterIdLst>
    <p:notesMasterId r:id="rId26"/>
  </p:notesMasterIdLst>
  <p:sldIdLst>
    <p:sldId id="256" r:id="rId3"/>
    <p:sldId id="280" r:id="rId4"/>
    <p:sldId id="258" r:id="rId5"/>
    <p:sldId id="259" r:id="rId6"/>
    <p:sldId id="260" r:id="rId7"/>
    <p:sldId id="283" r:id="rId8"/>
    <p:sldId id="261" r:id="rId9"/>
    <p:sldId id="262" r:id="rId10"/>
    <p:sldId id="269" r:id="rId11"/>
    <p:sldId id="270" r:id="rId12"/>
    <p:sldId id="271" r:id="rId13"/>
    <p:sldId id="272" r:id="rId14"/>
    <p:sldId id="273" r:id="rId15"/>
    <p:sldId id="274" r:id="rId16"/>
    <p:sldId id="275" r:id="rId17"/>
    <p:sldId id="278" r:id="rId18"/>
    <p:sldId id="284" r:id="rId19"/>
    <p:sldId id="285" r:id="rId20"/>
    <p:sldId id="286" r:id="rId21"/>
    <p:sldId id="287" r:id="rId22"/>
    <p:sldId id="288" r:id="rId23"/>
    <p:sldId id="281" r:id="rId24"/>
    <p:sldId id="282" r:id="rId25"/>
  </p:sldIdLst>
  <p:sldSz cx="9144000" cy="6858000" type="screen4x3"/>
  <p:notesSz cx="6797675" cy="9926638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>
        <p14:section name="기본 구역" id="{233602A2-1874-409A-92DA-E830AF29CF33}">
          <p14:sldIdLst>
            <p14:sldId id="256"/>
            <p14:sldId id="280"/>
            <p14:sldId id="258"/>
            <p14:sldId id="259"/>
            <p14:sldId id="260"/>
            <p14:sldId id="283"/>
            <p14:sldId id="261"/>
            <p14:sldId id="262"/>
            <p14:sldId id="269"/>
            <p14:sldId id="270"/>
            <p14:sldId id="271"/>
            <p14:sldId id="272"/>
            <p14:sldId id="273"/>
            <p14:sldId id="274"/>
            <p14:sldId id="275"/>
            <p14:sldId id="278"/>
            <p14:sldId id="284"/>
            <p14:sldId id="285"/>
            <p14:sldId id="286"/>
            <p14:sldId id="287"/>
            <p14:sldId id="288"/>
            <p14:sldId id="281"/>
            <p14:sldId id="282"/>
          </p14:sldIdLst>
        </p14:section>
        <p14:section name="제목 없는 구역" id="{215898BD-5313-4AA3-8278-46E2FBEBFEC1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orient="horz" pos="4053">
          <p15:clr>
            <a:srgbClr val="000000"/>
          </p15:clr>
        </p15:guide>
        <p15:guide id="3" orient="horz" pos="323">
          <p15:clr>
            <a:srgbClr val="000000"/>
          </p15:clr>
        </p15:guide>
        <p15:guide id="4" orient="horz" pos="550">
          <p15:clr>
            <a:srgbClr val="000000"/>
          </p15:clr>
        </p15:guide>
        <p15:guide id="5" orient="horz" pos="3884">
          <p15:clr>
            <a:srgbClr val="000000"/>
          </p15:clr>
        </p15:guide>
        <p15:guide id="6" orient="horz">
          <p15:clr>
            <a:srgbClr val="000000"/>
          </p15:clr>
        </p15:guide>
        <p15:guide id="7" orient="horz" pos="1162">
          <p15:clr>
            <a:srgbClr val="000000"/>
          </p15:clr>
        </p15:guide>
        <p15:guide id="8" orient="horz" pos="2523">
          <p15:clr>
            <a:srgbClr val="000000"/>
          </p15:clr>
        </p15:guide>
        <p15:guide id="9" pos="2676">
          <p15:clr>
            <a:srgbClr val="000000"/>
          </p15:clr>
        </p15:guide>
        <p15:guide id="10" pos="5488">
          <p15:clr>
            <a:srgbClr val="000000"/>
          </p15:clr>
        </p15:guide>
        <p15:guide id="11" pos="385">
          <p15:clr>
            <a:srgbClr val="000000"/>
          </p15:clr>
        </p15:guide>
        <p15:guide id="12" pos="5375">
          <p15:clr>
            <a:srgbClr val="000000"/>
          </p15:clr>
        </p15:guide>
        <p15:guide id="13" pos="158">
          <p15:clr>
            <a:srgbClr val="000000"/>
          </p15:clr>
        </p15:guide>
        <p15:guide id="14" pos="5602">
          <p15:clr>
            <a:srgbClr val="000000"/>
          </p15:clr>
        </p15:guide>
        <p15:guide id="15" pos="363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F7422C57-60C0-46EB-BFA9-FFDC74DB2AE7}">
  <a:tblStyle styleId="{F7422C57-60C0-46EB-BFA9-FFDC74DB2AE7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50" d="100"/>
          <a:sy n="150" d="100"/>
        </p:scale>
        <p:origin x="840" y="80"/>
      </p:cViewPr>
      <p:guideLst>
        <p:guide orient="horz" pos="2160"/>
        <p:guide orient="horz" pos="4053"/>
        <p:guide orient="horz" pos="323"/>
        <p:guide orient="horz" pos="550"/>
        <p:guide orient="horz" pos="3884"/>
        <p:guide orient="horz"/>
        <p:guide orient="horz" pos="1162"/>
        <p:guide orient="horz" pos="2523"/>
        <p:guide pos="2676"/>
        <p:guide pos="5488"/>
        <p:guide pos="385"/>
        <p:guide pos="5375"/>
        <p:guide pos="158"/>
        <p:guide pos="5602"/>
        <p:guide pos="363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F693B38-6BE6-4D21-97B5-E4DF8055E8C7}" type="doc">
      <dgm:prSet loTypeId="urn:microsoft.com/office/officeart/2005/8/layout/venn1" loCatId="relationship" qsTypeId="urn:microsoft.com/office/officeart/2005/8/quickstyle/simple1" qsCatId="simple" csTypeId="urn:microsoft.com/office/officeart/2005/8/colors/accent1_2" csCatId="accent1" phldr="1"/>
      <dgm:spPr/>
    </dgm:pt>
    <dgm:pt modelId="{8C1DFBD7-18CB-4F95-B455-C6CEB16A55A5}">
      <dgm:prSet phldrT="[텍스트]" custT="1"/>
      <dgm:spPr/>
      <dgm:t>
        <a:bodyPr/>
        <a:lstStyle/>
        <a:p>
          <a:pPr rtl="0" latinLnBrk="1"/>
          <a:r>
            <a:rPr lang="en-US" altLang="ko-KR" sz="1800" b="1" i="0" u="none" dirty="0">
              <a:solidFill>
                <a:schemeClr val="dk1"/>
              </a:solidFill>
              <a:latin typeface="+mj-ea"/>
              <a:ea typeface="+mj-ea"/>
              <a:cs typeface="Arial"/>
              <a:sym typeface="Arial"/>
            </a:rPr>
            <a:t>1. </a:t>
          </a:r>
          <a:r>
            <a:rPr lang="ko-KR" altLang="en-US" sz="1800" b="1" i="0" u="none" dirty="0" err="1">
              <a:solidFill>
                <a:schemeClr val="dk1"/>
              </a:solidFill>
              <a:latin typeface="+mj-ea"/>
              <a:ea typeface="+mj-ea"/>
              <a:cs typeface="Arial"/>
              <a:sym typeface="Arial"/>
            </a:rPr>
            <a:t>자동화장비</a:t>
          </a:r>
          <a:r>
            <a:rPr lang="en-US" sz="1800" b="1" i="0" u="none" dirty="0">
              <a:solidFill>
                <a:schemeClr val="dk1"/>
              </a:solidFill>
              <a:latin typeface="+mj-ea"/>
              <a:ea typeface="+mj-ea"/>
              <a:cs typeface="Arial"/>
              <a:sym typeface="Arial"/>
            </a:rPr>
            <a:t>OEM</a:t>
          </a:r>
          <a:endParaRPr lang="ko-KR" altLang="en-US" sz="1800" dirty="0">
            <a:latin typeface="+mj-ea"/>
            <a:ea typeface="+mj-ea"/>
          </a:endParaRPr>
        </a:p>
      </dgm:t>
    </dgm:pt>
    <dgm:pt modelId="{0F34AC2C-5D27-4BBA-ABC3-607E887B16BA}" type="parTrans" cxnId="{8296AEE9-50AD-4D35-9A0A-F9D0E8D4BEA7}">
      <dgm:prSet/>
      <dgm:spPr/>
      <dgm:t>
        <a:bodyPr/>
        <a:lstStyle/>
        <a:p>
          <a:pPr latinLnBrk="1"/>
          <a:endParaRPr lang="ko-KR" altLang="en-US"/>
        </a:p>
      </dgm:t>
    </dgm:pt>
    <dgm:pt modelId="{DB5FB3CA-D014-44CF-9725-72CCDFF7120D}" type="sibTrans" cxnId="{8296AEE9-50AD-4D35-9A0A-F9D0E8D4BEA7}">
      <dgm:prSet/>
      <dgm:spPr/>
      <dgm:t>
        <a:bodyPr/>
        <a:lstStyle/>
        <a:p>
          <a:pPr latinLnBrk="1"/>
          <a:endParaRPr lang="ko-KR" altLang="en-US"/>
        </a:p>
      </dgm:t>
    </dgm:pt>
    <dgm:pt modelId="{F5AF08DC-2D43-4A12-98A4-D469A208496E}">
      <dgm:prSet phldrT="[텍스트]" custT="1"/>
      <dgm:spPr/>
      <dgm:t>
        <a:bodyPr/>
        <a:lstStyle/>
        <a:p>
          <a:pPr latinLnBrk="1"/>
          <a:r>
            <a:rPr lang="en-US" altLang="ko-KR" sz="1800" b="1" dirty="0">
              <a:latin typeface="+mj-ea"/>
              <a:ea typeface="+mj-ea"/>
            </a:rPr>
            <a:t>3. </a:t>
          </a:r>
          <a:r>
            <a:rPr lang="en-US" altLang="ko-KR" sz="1800" b="1" dirty="0" err="1">
              <a:latin typeface="+mj-ea"/>
              <a:ea typeface="+mj-ea"/>
            </a:rPr>
            <a:t>SiC</a:t>
          </a:r>
          <a:r>
            <a:rPr lang="en-US" altLang="ko-KR" sz="1800" b="1" dirty="0">
              <a:latin typeface="+mj-ea"/>
              <a:ea typeface="+mj-ea"/>
            </a:rPr>
            <a:t> </a:t>
          </a:r>
          <a:r>
            <a:rPr lang="ko-KR" altLang="en-US" sz="1800" b="1" dirty="0" err="1">
              <a:latin typeface="+mj-ea"/>
              <a:ea typeface="+mj-ea"/>
            </a:rPr>
            <a:t>잉곳</a:t>
          </a:r>
          <a:r>
            <a:rPr lang="ko-KR" altLang="en-US" sz="1800" b="1" dirty="0">
              <a:latin typeface="+mj-ea"/>
              <a:ea typeface="+mj-ea"/>
            </a:rPr>
            <a:t> 장비 개발</a:t>
          </a:r>
        </a:p>
      </dgm:t>
    </dgm:pt>
    <dgm:pt modelId="{91080B3A-0885-4BCA-AFB0-3A83D4037C02}" type="parTrans" cxnId="{EC09EB5E-D802-4B6E-ABF2-BEE5D6A2372F}">
      <dgm:prSet/>
      <dgm:spPr/>
      <dgm:t>
        <a:bodyPr/>
        <a:lstStyle/>
        <a:p>
          <a:pPr latinLnBrk="1"/>
          <a:endParaRPr lang="ko-KR" altLang="en-US"/>
        </a:p>
      </dgm:t>
    </dgm:pt>
    <dgm:pt modelId="{BE522E94-A201-4E1B-A53B-7A791F2CE585}" type="sibTrans" cxnId="{EC09EB5E-D802-4B6E-ABF2-BEE5D6A2372F}">
      <dgm:prSet/>
      <dgm:spPr/>
      <dgm:t>
        <a:bodyPr/>
        <a:lstStyle/>
        <a:p>
          <a:pPr latinLnBrk="1"/>
          <a:endParaRPr lang="ko-KR" altLang="en-US"/>
        </a:p>
      </dgm:t>
    </dgm:pt>
    <dgm:pt modelId="{AE5C2672-3A2C-4BA7-8208-94AD473F737A}">
      <dgm:prSet phldrT="[텍스트]" custT="1"/>
      <dgm:spPr/>
      <dgm:t>
        <a:bodyPr/>
        <a:lstStyle/>
        <a:p>
          <a:pPr algn="ctr" latinLnBrk="1"/>
          <a:r>
            <a:rPr lang="en-US" altLang="ko-KR" sz="2600" b="1" dirty="0">
              <a:latin typeface="+mj-ea"/>
              <a:ea typeface="+mj-ea"/>
            </a:rPr>
            <a:t>                </a:t>
          </a:r>
          <a:r>
            <a:rPr lang="en-US" altLang="ko-KR" sz="1800" b="1" dirty="0">
              <a:latin typeface="+mj-ea"/>
              <a:ea typeface="+mj-ea"/>
            </a:rPr>
            <a:t>2. </a:t>
          </a:r>
          <a:r>
            <a:rPr lang="ko-KR" altLang="en-US" sz="1800" b="1" i="0" u="none" dirty="0">
              <a:solidFill>
                <a:schemeClr val="dk1"/>
              </a:solidFill>
              <a:latin typeface="+mj-ea"/>
              <a:ea typeface="+mj-ea"/>
              <a:cs typeface="Arial"/>
              <a:sym typeface="Arial"/>
            </a:rPr>
            <a:t>전장</a:t>
          </a:r>
          <a:r>
            <a:rPr lang="en-US" altLang="ko-KR" sz="1800" b="1" i="0" u="none" dirty="0">
              <a:solidFill>
                <a:schemeClr val="dk1"/>
              </a:solidFill>
              <a:latin typeface="+mj-ea"/>
              <a:ea typeface="+mj-ea"/>
              <a:cs typeface="Arial"/>
              <a:sym typeface="Arial"/>
            </a:rPr>
            <a:t>/</a:t>
          </a:r>
        </a:p>
        <a:p>
          <a:pPr algn="ctr" latinLnBrk="1"/>
          <a:r>
            <a:rPr lang="ko-KR" altLang="en-US" sz="1800" b="1" i="0" u="none" dirty="0">
              <a:solidFill>
                <a:schemeClr val="dk1"/>
              </a:solidFill>
              <a:latin typeface="+mj-ea"/>
              <a:ea typeface="+mj-ea"/>
              <a:cs typeface="Arial"/>
              <a:sym typeface="Arial"/>
            </a:rPr>
            <a:t>제어</a:t>
          </a:r>
          <a:endParaRPr lang="ko-KR" altLang="en-US" sz="1800" b="1" dirty="0">
            <a:latin typeface="+mj-ea"/>
            <a:ea typeface="+mj-ea"/>
          </a:endParaRPr>
        </a:p>
        <a:p>
          <a:pPr algn="ctr" rtl="0" latinLnBrk="1"/>
          <a:r>
            <a:rPr lang="ko-KR" altLang="en-US" sz="1800" b="1" i="0" u="none" dirty="0">
              <a:solidFill>
                <a:schemeClr val="dk1"/>
              </a:solidFill>
              <a:latin typeface="+mj-ea"/>
              <a:ea typeface="+mj-ea"/>
              <a:cs typeface="Arial"/>
              <a:sym typeface="Arial"/>
            </a:rPr>
            <a:t>시스템</a:t>
          </a:r>
          <a:endParaRPr lang="ko-KR" altLang="en-US" sz="1800" b="1" dirty="0">
            <a:latin typeface="+mj-ea"/>
            <a:ea typeface="+mj-ea"/>
          </a:endParaRPr>
        </a:p>
      </dgm:t>
    </dgm:pt>
    <dgm:pt modelId="{FC1E2EAA-7DCB-46C9-9FA4-39E0EC2C8DF7}" type="parTrans" cxnId="{DAA63214-9A2D-409C-AEB9-86DEE3F7ECB5}">
      <dgm:prSet/>
      <dgm:spPr/>
      <dgm:t>
        <a:bodyPr/>
        <a:lstStyle/>
        <a:p>
          <a:pPr latinLnBrk="1"/>
          <a:endParaRPr lang="ko-KR" altLang="en-US"/>
        </a:p>
      </dgm:t>
    </dgm:pt>
    <dgm:pt modelId="{8FFBFAF3-B70F-4A6E-B5C0-21EA134EF80B}" type="sibTrans" cxnId="{DAA63214-9A2D-409C-AEB9-86DEE3F7ECB5}">
      <dgm:prSet/>
      <dgm:spPr/>
      <dgm:t>
        <a:bodyPr/>
        <a:lstStyle/>
        <a:p>
          <a:pPr latinLnBrk="1"/>
          <a:endParaRPr lang="ko-KR" altLang="en-US"/>
        </a:p>
      </dgm:t>
    </dgm:pt>
    <dgm:pt modelId="{235ACF76-3534-4F88-84B5-B0A74FE61187}">
      <dgm:prSet phldrT="[텍스트]" custT="1"/>
      <dgm:spPr/>
      <dgm:t>
        <a:bodyPr/>
        <a:lstStyle/>
        <a:p>
          <a:pPr latinLnBrk="1"/>
          <a:r>
            <a:rPr lang="en-US" altLang="ko-KR" sz="1800" b="1" dirty="0"/>
            <a:t>4. </a:t>
          </a:r>
          <a:r>
            <a:rPr lang="ko-KR" altLang="en-US" sz="1800" b="1" dirty="0"/>
            <a:t>금속 가공</a:t>
          </a:r>
        </a:p>
      </dgm:t>
    </dgm:pt>
    <dgm:pt modelId="{CF56C788-C73F-468B-A480-8DBCDEB18858}" type="parTrans" cxnId="{8272F018-1B59-435B-958B-723361385F14}">
      <dgm:prSet/>
      <dgm:spPr/>
      <dgm:t>
        <a:bodyPr/>
        <a:lstStyle/>
        <a:p>
          <a:pPr latinLnBrk="1"/>
          <a:endParaRPr lang="ko-KR" altLang="en-US"/>
        </a:p>
      </dgm:t>
    </dgm:pt>
    <dgm:pt modelId="{11BEF535-0686-4050-AEE9-91A43FFB2474}" type="sibTrans" cxnId="{8272F018-1B59-435B-958B-723361385F14}">
      <dgm:prSet/>
      <dgm:spPr/>
      <dgm:t>
        <a:bodyPr/>
        <a:lstStyle/>
        <a:p>
          <a:pPr latinLnBrk="1"/>
          <a:endParaRPr lang="ko-KR" altLang="en-US"/>
        </a:p>
      </dgm:t>
    </dgm:pt>
    <dgm:pt modelId="{BBDA0828-B812-4A2E-9C76-6C9D52FBDE7F}" type="pres">
      <dgm:prSet presAssocID="{AF693B38-6BE6-4D21-97B5-E4DF8055E8C7}" presName="compositeShape" presStyleCnt="0">
        <dgm:presLayoutVars>
          <dgm:chMax val="7"/>
          <dgm:dir/>
          <dgm:resizeHandles val="exact"/>
        </dgm:presLayoutVars>
      </dgm:prSet>
      <dgm:spPr/>
    </dgm:pt>
    <dgm:pt modelId="{E74099D5-0AED-45AE-9477-3AC3B6E2A8E9}" type="pres">
      <dgm:prSet presAssocID="{8C1DFBD7-18CB-4F95-B455-C6CEB16A55A5}" presName="circ1" presStyleLbl="vennNode1" presStyleIdx="0" presStyleCnt="4"/>
      <dgm:spPr/>
    </dgm:pt>
    <dgm:pt modelId="{B2E489CC-001A-4FF2-917E-4FAD2FB88B28}" type="pres">
      <dgm:prSet presAssocID="{8C1DFBD7-18CB-4F95-B455-C6CEB16A55A5}" presName="circ1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6CF926B0-489C-4801-9D2C-60565D3C3EBF}" type="pres">
      <dgm:prSet presAssocID="{F5AF08DC-2D43-4A12-98A4-D469A208496E}" presName="circ2" presStyleLbl="vennNode1" presStyleIdx="1" presStyleCnt="4"/>
      <dgm:spPr/>
    </dgm:pt>
    <dgm:pt modelId="{1C10DFD7-F54F-4F0F-897B-FA659040F871}" type="pres">
      <dgm:prSet presAssocID="{F5AF08DC-2D43-4A12-98A4-D469A208496E}" presName="circ2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483864C6-644A-40E2-80B2-3810815FBF53}" type="pres">
      <dgm:prSet presAssocID="{235ACF76-3534-4F88-84B5-B0A74FE61187}" presName="circ3" presStyleLbl="vennNode1" presStyleIdx="2" presStyleCnt="4"/>
      <dgm:spPr/>
    </dgm:pt>
    <dgm:pt modelId="{2E33C2C7-71BC-41D0-B52F-02F296DB331A}" type="pres">
      <dgm:prSet presAssocID="{235ACF76-3534-4F88-84B5-B0A74FE61187}" presName="circ3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FBEF18C2-39D0-429F-9351-C7A25E0CA941}" type="pres">
      <dgm:prSet presAssocID="{AE5C2672-3A2C-4BA7-8208-94AD473F737A}" presName="circ4" presStyleLbl="vennNode1" presStyleIdx="3" presStyleCnt="4"/>
      <dgm:spPr/>
    </dgm:pt>
    <dgm:pt modelId="{951C298E-BA26-44CD-AB68-DABCA7876DE0}" type="pres">
      <dgm:prSet presAssocID="{AE5C2672-3A2C-4BA7-8208-94AD473F737A}" presName="circ4Tx" presStyleLbl="revTx" presStyleIdx="0" presStyleCnt="0">
        <dgm:presLayoutVars>
          <dgm:chMax val="0"/>
          <dgm:chPref val="0"/>
          <dgm:bulletEnabled val="1"/>
        </dgm:presLayoutVars>
      </dgm:prSet>
      <dgm:spPr/>
    </dgm:pt>
  </dgm:ptLst>
  <dgm:cxnLst>
    <dgm:cxn modelId="{C922260D-B837-4FD8-BB5A-942DBA2DD430}" type="presOf" srcId="{235ACF76-3534-4F88-84B5-B0A74FE61187}" destId="{2E33C2C7-71BC-41D0-B52F-02F296DB331A}" srcOrd="1" destOrd="0" presId="urn:microsoft.com/office/officeart/2005/8/layout/venn1"/>
    <dgm:cxn modelId="{DAA63214-9A2D-409C-AEB9-86DEE3F7ECB5}" srcId="{AF693B38-6BE6-4D21-97B5-E4DF8055E8C7}" destId="{AE5C2672-3A2C-4BA7-8208-94AD473F737A}" srcOrd="3" destOrd="0" parTransId="{FC1E2EAA-7DCB-46C9-9FA4-39E0EC2C8DF7}" sibTransId="{8FFBFAF3-B70F-4A6E-B5C0-21EA134EF80B}"/>
    <dgm:cxn modelId="{8272F018-1B59-435B-958B-723361385F14}" srcId="{AF693B38-6BE6-4D21-97B5-E4DF8055E8C7}" destId="{235ACF76-3534-4F88-84B5-B0A74FE61187}" srcOrd="2" destOrd="0" parTransId="{CF56C788-C73F-468B-A480-8DBCDEB18858}" sibTransId="{11BEF535-0686-4050-AEE9-91A43FFB2474}"/>
    <dgm:cxn modelId="{9A948822-2825-4E1D-990C-65DA86EC5D57}" type="presOf" srcId="{F5AF08DC-2D43-4A12-98A4-D469A208496E}" destId="{6CF926B0-489C-4801-9D2C-60565D3C3EBF}" srcOrd="0" destOrd="0" presId="urn:microsoft.com/office/officeart/2005/8/layout/venn1"/>
    <dgm:cxn modelId="{29EA6636-BE1D-4F0B-8326-C1CA01E67BDF}" type="presOf" srcId="{AE5C2672-3A2C-4BA7-8208-94AD473F737A}" destId="{951C298E-BA26-44CD-AB68-DABCA7876DE0}" srcOrd="1" destOrd="0" presId="urn:microsoft.com/office/officeart/2005/8/layout/venn1"/>
    <dgm:cxn modelId="{EC09EB5E-D802-4B6E-ABF2-BEE5D6A2372F}" srcId="{AF693B38-6BE6-4D21-97B5-E4DF8055E8C7}" destId="{F5AF08DC-2D43-4A12-98A4-D469A208496E}" srcOrd="1" destOrd="0" parTransId="{91080B3A-0885-4BCA-AFB0-3A83D4037C02}" sibTransId="{BE522E94-A201-4E1B-A53B-7A791F2CE585}"/>
    <dgm:cxn modelId="{14D46062-8B7E-4552-BB5E-71B4DD8304EB}" type="presOf" srcId="{235ACF76-3534-4F88-84B5-B0A74FE61187}" destId="{483864C6-644A-40E2-80B2-3810815FBF53}" srcOrd="0" destOrd="0" presId="urn:microsoft.com/office/officeart/2005/8/layout/venn1"/>
    <dgm:cxn modelId="{186CBC83-698C-4F10-8274-40F85CACC0FB}" type="presOf" srcId="{8C1DFBD7-18CB-4F95-B455-C6CEB16A55A5}" destId="{B2E489CC-001A-4FF2-917E-4FAD2FB88B28}" srcOrd="1" destOrd="0" presId="urn:microsoft.com/office/officeart/2005/8/layout/venn1"/>
    <dgm:cxn modelId="{BBBB9989-3ACC-4917-935A-3C7569CF895D}" type="presOf" srcId="{F5AF08DC-2D43-4A12-98A4-D469A208496E}" destId="{1C10DFD7-F54F-4F0F-897B-FA659040F871}" srcOrd="1" destOrd="0" presId="urn:microsoft.com/office/officeart/2005/8/layout/venn1"/>
    <dgm:cxn modelId="{1627A7BD-8876-4802-9D97-D6445F4BC286}" type="presOf" srcId="{8C1DFBD7-18CB-4F95-B455-C6CEB16A55A5}" destId="{E74099D5-0AED-45AE-9477-3AC3B6E2A8E9}" srcOrd="0" destOrd="0" presId="urn:microsoft.com/office/officeart/2005/8/layout/venn1"/>
    <dgm:cxn modelId="{B228CAC0-E776-42FF-8C54-55B47FD89EF2}" type="presOf" srcId="{AF693B38-6BE6-4D21-97B5-E4DF8055E8C7}" destId="{BBDA0828-B812-4A2E-9C76-6C9D52FBDE7F}" srcOrd="0" destOrd="0" presId="urn:microsoft.com/office/officeart/2005/8/layout/venn1"/>
    <dgm:cxn modelId="{17FAE8C1-8403-468D-B323-F6F124735087}" type="presOf" srcId="{AE5C2672-3A2C-4BA7-8208-94AD473F737A}" destId="{FBEF18C2-39D0-429F-9351-C7A25E0CA941}" srcOrd="0" destOrd="0" presId="urn:microsoft.com/office/officeart/2005/8/layout/venn1"/>
    <dgm:cxn modelId="{8296AEE9-50AD-4D35-9A0A-F9D0E8D4BEA7}" srcId="{AF693B38-6BE6-4D21-97B5-E4DF8055E8C7}" destId="{8C1DFBD7-18CB-4F95-B455-C6CEB16A55A5}" srcOrd="0" destOrd="0" parTransId="{0F34AC2C-5D27-4BBA-ABC3-607E887B16BA}" sibTransId="{DB5FB3CA-D014-44CF-9725-72CCDFF7120D}"/>
    <dgm:cxn modelId="{DBD0D016-5B0B-434F-BAAC-84D507326577}" type="presParOf" srcId="{BBDA0828-B812-4A2E-9C76-6C9D52FBDE7F}" destId="{E74099D5-0AED-45AE-9477-3AC3B6E2A8E9}" srcOrd="0" destOrd="0" presId="urn:microsoft.com/office/officeart/2005/8/layout/venn1"/>
    <dgm:cxn modelId="{4DC4CDF1-4CA1-4D87-8D51-168CDC1D51FF}" type="presParOf" srcId="{BBDA0828-B812-4A2E-9C76-6C9D52FBDE7F}" destId="{B2E489CC-001A-4FF2-917E-4FAD2FB88B28}" srcOrd="1" destOrd="0" presId="urn:microsoft.com/office/officeart/2005/8/layout/venn1"/>
    <dgm:cxn modelId="{6DEF7C19-8E39-4B20-ADCA-25E790093113}" type="presParOf" srcId="{BBDA0828-B812-4A2E-9C76-6C9D52FBDE7F}" destId="{6CF926B0-489C-4801-9D2C-60565D3C3EBF}" srcOrd="2" destOrd="0" presId="urn:microsoft.com/office/officeart/2005/8/layout/venn1"/>
    <dgm:cxn modelId="{DD69530C-60B2-4375-8BCB-7241064F26AC}" type="presParOf" srcId="{BBDA0828-B812-4A2E-9C76-6C9D52FBDE7F}" destId="{1C10DFD7-F54F-4F0F-897B-FA659040F871}" srcOrd="3" destOrd="0" presId="urn:microsoft.com/office/officeart/2005/8/layout/venn1"/>
    <dgm:cxn modelId="{F3D7DDBD-4C94-440D-89AC-CFCBE3480525}" type="presParOf" srcId="{BBDA0828-B812-4A2E-9C76-6C9D52FBDE7F}" destId="{483864C6-644A-40E2-80B2-3810815FBF53}" srcOrd="4" destOrd="0" presId="urn:microsoft.com/office/officeart/2005/8/layout/venn1"/>
    <dgm:cxn modelId="{F25C3A14-FCD6-4480-9221-62D95E75614A}" type="presParOf" srcId="{BBDA0828-B812-4A2E-9C76-6C9D52FBDE7F}" destId="{2E33C2C7-71BC-41D0-B52F-02F296DB331A}" srcOrd="5" destOrd="0" presId="urn:microsoft.com/office/officeart/2005/8/layout/venn1"/>
    <dgm:cxn modelId="{4F363DC4-C3DE-41AA-AC01-0CF357B7A153}" type="presParOf" srcId="{BBDA0828-B812-4A2E-9C76-6C9D52FBDE7F}" destId="{FBEF18C2-39D0-429F-9351-C7A25E0CA941}" srcOrd="6" destOrd="0" presId="urn:microsoft.com/office/officeart/2005/8/layout/venn1"/>
    <dgm:cxn modelId="{4F330043-96F5-47F2-BCE4-ABB2E35E9FB1}" type="presParOf" srcId="{BBDA0828-B812-4A2E-9C76-6C9D52FBDE7F}" destId="{951C298E-BA26-44CD-AB68-DABCA7876DE0}" srcOrd="7" destOrd="0" presId="urn:microsoft.com/office/officeart/2005/8/layout/venn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74099D5-0AED-45AE-9477-3AC3B6E2A8E9}">
      <dsp:nvSpPr>
        <dsp:cNvPr id="0" name=""/>
        <dsp:cNvSpPr/>
      </dsp:nvSpPr>
      <dsp:spPr>
        <a:xfrm>
          <a:off x="2754287" y="53711"/>
          <a:ext cx="2793024" cy="2793024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00100" rtl="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1800" b="1" i="0" u="none" kern="1200" dirty="0">
              <a:solidFill>
                <a:schemeClr val="dk1"/>
              </a:solidFill>
              <a:latin typeface="+mj-ea"/>
              <a:ea typeface="+mj-ea"/>
              <a:cs typeface="Arial"/>
              <a:sym typeface="Arial"/>
            </a:rPr>
            <a:t>1. </a:t>
          </a:r>
          <a:r>
            <a:rPr lang="ko-KR" altLang="en-US" sz="1800" b="1" i="0" u="none" kern="1200" dirty="0" err="1">
              <a:solidFill>
                <a:schemeClr val="dk1"/>
              </a:solidFill>
              <a:latin typeface="+mj-ea"/>
              <a:ea typeface="+mj-ea"/>
              <a:cs typeface="Arial"/>
              <a:sym typeface="Arial"/>
            </a:rPr>
            <a:t>자동화장비</a:t>
          </a:r>
          <a:r>
            <a:rPr lang="en-US" sz="1800" b="1" i="0" u="none" kern="1200" dirty="0">
              <a:solidFill>
                <a:schemeClr val="dk1"/>
              </a:solidFill>
              <a:latin typeface="+mj-ea"/>
              <a:ea typeface="+mj-ea"/>
              <a:cs typeface="Arial"/>
              <a:sym typeface="Arial"/>
            </a:rPr>
            <a:t>OEM</a:t>
          </a:r>
          <a:endParaRPr lang="ko-KR" altLang="en-US" sz="1800" kern="1200" dirty="0">
            <a:latin typeface="+mj-ea"/>
            <a:ea typeface="+mj-ea"/>
          </a:endParaRPr>
        </a:p>
      </dsp:txBody>
      <dsp:txXfrm>
        <a:off x="3076559" y="429695"/>
        <a:ext cx="2148480" cy="886248"/>
      </dsp:txXfrm>
    </dsp:sp>
    <dsp:sp modelId="{6CF926B0-489C-4801-9D2C-60565D3C3EBF}">
      <dsp:nvSpPr>
        <dsp:cNvPr id="0" name=""/>
        <dsp:cNvSpPr/>
      </dsp:nvSpPr>
      <dsp:spPr>
        <a:xfrm>
          <a:off x="3989663" y="1289087"/>
          <a:ext cx="2793024" cy="2793024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001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1800" b="1" kern="1200" dirty="0">
              <a:latin typeface="+mj-ea"/>
              <a:ea typeface="+mj-ea"/>
            </a:rPr>
            <a:t>3. </a:t>
          </a:r>
          <a:r>
            <a:rPr lang="en-US" altLang="ko-KR" sz="1800" b="1" kern="1200" dirty="0" err="1">
              <a:latin typeface="+mj-ea"/>
              <a:ea typeface="+mj-ea"/>
            </a:rPr>
            <a:t>SiC</a:t>
          </a:r>
          <a:r>
            <a:rPr lang="en-US" altLang="ko-KR" sz="1800" b="1" kern="1200" dirty="0">
              <a:latin typeface="+mj-ea"/>
              <a:ea typeface="+mj-ea"/>
            </a:rPr>
            <a:t> </a:t>
          </a:r>
          <a:r>
            <a:rPr lang="ko-KR" altLang="en-US" sz="1800" b="1" kern="1200" dirty="0" err="1">
              <a:latin typeface="+mj-ea"/>
              <a:ea typeface="+mj-ea"/>
            </a:rPr>
            <a:t>잉곳</a:t>
          </a:r>
          <a:r>
            <a:rPr lang="ko-KR" altLang="en-US" sz="1800" b="1" kern="1200" dirty="0">
              <a:latin typeface="+mj-ea"/>
              <a:ea typeface="+mj-ea"/>
            </a:rPr>
            <a:t> 장비 개발</a:t>
          </a:r>
        </a:p>
      </dsp:txBody>
      <dsp:txXfrm>
        <a:off x="5493600" y="1611359"/>
        <a:ext cx="1074240" cy="2148480"/>
      </dsp:txXfrm>
    </dsp:sp>
    <dsp:sp modelId="{483864C6-644A-40E2-80B2-3810815FBF53}">
      <dsp:nvSpPr>
        <dsp:cNvPr id="0" name=""/>
        <dsp:cNvSpPr/>
      </dsp:nvSpPr>
      <dsp:spPr>
        <a:xfrm>
          <a:off x="2754287" y="2524464"/>
          <a:ext cx="2793024" cy="2793024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001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1800" b="1" kern="1200" dirty="0"/>
            <a:t>4. </a:t>
          </a:r>
          <a:r>
            <a:rPr lang="ko-KR" altLang="en-US" sz="1800" b="1" kern="1200" dirty="0"/>
            <a:t>금속 가공</a:t>
          </a:r>
        </a:p>
      </dsp:txBody>
      <dsp:txXfrm>
        <a:off x="3076559" y="4055255"/>
        <a:ext cx="2148480" cy="886248"/>
      </dsp:txXfrm>
    </dsp:sp>
    <dsp:sp modelId="{FBEF18C2-39D0-429F-9351-C7A25E0CA941}">
      <dsp:nvSpPr>
        <dsp:cNvPr id="0" name=""/>
        <dsp:cNvSpPr/>
      </dsp:nvSpPr>
      <dsp:spPr>
        <a:xfrm>
          <a:off x="1518911" y="1289087"/>
          <a:ext cx="2793024" cy="2793024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1557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2600" b="1" kern="1200" dirty="0">
              <a:latin typeface="+mj-ea"/>
              <a:ea typeface="+mj-ea"/>
            </a:rPr>
            <a:t>                </a:t>
          </a:r>
          <a:r>
            <a:rPr lang="en-US" altLang="ko-KR" sz="1800" b="1" kern="1200" dirty="0">
              <a:latin typeface="+mj-ea"/>
              <a:ea typeface="+mj-ea"/>
            </a:rPr>
            <a:t>2. </a:t>
          </a:r>
          <a:r>
            <a:rPr lang="ko-KR" altLang="en-US" sz="1800" b="1" i="0" u="none" kern="1200" dirty="0">
              <a:solidFill>
                <a:schemeClr val="dk1"/>
              </a:solidFill>
              <a:latin typeface="+mj-ea"/>
              <a:ea typeface="+mj-ea"/>
              <a:cs typeface="Arial"/>
              <a:sym typeface="Arial"/>
            </a:rPr>
            <a:t>전장</a:t>
          </a:r>
          <a:r>
            <a:rPr lang="en-US" altLang="ko-KR" sz="1800" b="1" i="0" u="none" kern="1200" dirty="0">
              <a:solidFill>
                <a:schemeClr val="dk1"/>
              </a:solidFill>
              <a:latin typeface="+mj-ea"/>
              <a:ea typeface="+mj-ea"/>
              <a:cs typeface="Arial"/>
              <a:sym typeface="Arial"/>
            </a:rPr>
            <a:t>/</a:t>
          </a:r>
        </a:p>
        <a:p>
          <a:pPr marL="0" lvl="0" indent="0" algn="ctr" defTabSz="11557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1800" b="1" i="0" u="none" kern="1200" dirty="0">
              <a:solidFill>
                <a:schemeClr val="dk1"/>
              </a:solidFill>
              <a:latin typeface="+mj-ea"/>
              <a:ea typeface="+mj-ea"/>
              <a:cs typeface="Arial"/>
              <a:sym typeface="Arial"/>
            </a:rPr>
            <a:t>제어</a:t>
          </a:r>
          <a:endParaRPr lang="ko-KR" altLang="en-US" sz="1800" b="1" kern="1200" dirty="0">
            <a:latin typeface="+mj-ea"/>
            <a:ea typeface="+mj-ea"/>
          </a:endParaRPr>
        </a:p>
        <a:p>
          <a:pPr marL="0" lvl="0" indent="0" algn="ctr" defTabSz="1155700" rtl="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1800" b="1" i="0" u="none" kern="1200" dirty="0">
              <a:solidFill>
                <a:schemeClr val="dk1"/>
              </a:solidFill>
              <a:latin typeface="+mj-ea"/>
              <a:ea typeface="+mj-ea"/>
              <a:cs typeface="Arial"/>
              <a:sym typeface="Arial"/>
            </a:rPr>
            <a:t>시스템</a:t>
          </a:r>
          <a:endParaRPr lang="ko-KR" altLang="en-US" sz="1800" b="1" kern="1200" dirty="0">
            <a:latin typeface="+mj-ea"/>
            <a:ea typeface="+mj-ea"/>
          </a:endParaRPr>
        </a:p>
      </dsp:txBody>
      <dsp:txXfrm>
        <a:off x="1733759" y="1611359"/>
        <a:ext cx="1074240" cy="214848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enn1">
  <dgm:title val=""/>
  <dgm:desc val=""/>
  <dgm:catLst>
    <dgm:cat type="relationship" pri="28000"/>
    <dgm:cat type="convert" pri="19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</dgm:cxnLst>
      <dgm:bg/>
      <dgm:whole/>
    </dgm:dataModel>
  </dgm:clrData>
  <dgm:layoutNode name="compositeShape">
    <dgm:varLst>
      <dgm:chMax val="7"/>
      <dgm:dir/>
      <dgm:resizeHandles val="exact"/>
    </dgm:varLst>
    <dgm:choose name="Name0">
      <dgm:if name="Name1" axis="ch" ptType="node" func="cnt" op="equ" val="1">
        <dgm:alg type="composite">
          <dgm:param type="ar" val="1"/>
        </dgm:alg>
      </dgm:if>
      <dgm:if name="Name2" axis="ch" ptType="node" func="cnt" op="equ" val="2">
        <dgm:alg type="composite">
          <dgm:param type="ar" val="1.792"/>
        </dgm:alg>
      </dgm:if>
      <dgm:if name="Name3" axis="ch" ptType="node" func="cnt" op="equ" val="3">
        <dgm:alg type="composite">
          <dgm:param type="ar" val="1"/>
        </dgm:alg>
      </dgm:if>
      <dgm:if name="Name4" axis="ch" ptType="node" func="cnt" op="equ" val="4">
        <dgm:alg type="composite">
          <dgm:param type="ar" val="1"/>
        </dgm:alg>
      </dgm:if>
      <dgm:if name="Name5" axis="ch" ptType="node" func="cnt" op="equ" val="5">
        <dgm:alg type="composite">
          <dgm:param type="ar" val="1.4"/>
        </dgm:alg>
      </dgm:if>
      <dgm:if name="Name6" axis="ch" ptType="node" func="cnt" op="equ" val="6">
        <dgm:alg type="composite">
          <dgm:param type="ar" val="1.285"/>
        </dgm:alg>
      </dgm:if>
      <dgm:if name="Name7" axis="ch" ptType="node" func="cnt" op="equ" val="7">
        <dgm:alg type="composite">
          <dgm:param type="ar" val="1.359"/>
        </dgm:alg>
      </dgm:if>
      <dgm:else name="Name8">
        <dgm:alg type="composite">
          <dgm:param type="ar" val="1.359"/>
        </dgm:alg>
      </dgm:else>
    </dgm:choose>
    <dgm:shape xmlns:r="http://schemas.openxmlformats.org/officeDocument/2006/relationships" r:blip="">
      <dgm:adjLst/>
    </dgm:shape>
    <dgm:presOf/>
    <dgm:choose name="Name9">
      <dgm:if name="Name10" axis="ch" ptType="node" func="cnt" op="equ" val="1">
        <dgm:constrLst>
          <dgm:constr type="ctrX" for="ch" forName="circ1TxSh" refType="w" fact="0.5"/>
          <dgm:constr type="ctrY" for="ch" forName="circ1TxSh" refType="h" fact="0.5"/>
          <dgm:constr type="w" for="ch" forName="circ1TxSh" refType="w"/>
          <dgm:constr type="h" for="ch" forName="circ1TxSh" refType="h"/>
          <dgm:constr type="primFontSz" for="ch" ptType="node" op="equ"/>
        </dgm:constrLst>
      </dgm:if>
      <dgm:if name="Name11" axis="ch" ptType="node" func="cnt" op="equ" val="2">
        <dgm:constrLst>
          <dgm:constr type="ctrX" for="ch" forName="circ1" refType="w" fact="0.3"/>
          <dgm:constr type="ctrY" for="ch" forName="circ1" refType="h" fact="0.5"/>
          <dgm:constr type="w" for="ch" forName="circ1" refType="w" fact="0.555"/>
          <dgm:constr type="h" for="ch" forName="circ1" refType="h" fact="0.99456"/>
          <dgm:constr type="l" for="ch" forName="circ1Tx" refType="w" fact="0.1"/>
          <dgm:constr type="t" for="ch" forName="circ1Tx" refType="h" fact="0.12"/>
          <dgm:constr type="w" for="ch" forName="circ1Tx" refType="w" fact="0.32"/>
          <dgm:constr type="h" for="ch" forName="circ1Tx" refType="h" fact="0.76"/>
          <dgm:constr type="ctrX" for="ch" forName="circ2" refType="w" fact="0.7"/>
          <dgm:constr type="ctrY" for="ch" forName="circ2" refType="h" fact="0.5"/>
          <dgm:constr type="w" for="ch" forName="circ2" refType="w" fact="0.555"/>
          <dgm:constr type="h" for="ch" forName="circ2" refType="h" fact="0.99456"/>
          <dgm:constr type="l" for="ch" forName="circ2Tx" refType="w" fact="0.58"/>
          <dgm:constr type="t" for="ch" forName="circ2Tx" refType="h" fact="0.12"/>
          <dgm:constr type="w" for="ch" forName="circ2Tx" refType="w" fact="0.32"/>
          <dgm:constr type="h" for="ch" forName="circ2Tx" refType="h" fact="0.76"/>
          <dgm:constr type="primFontSz" for="ch" ptType="node" op="equ"/>
        </dgm:constrLst>
      </dgm:if>
      <dgm:if name="Name12" axis="ch" ptType="node" func="cnt" op="equ" val="3">
        <dgm:constrLst>
          <dgm:constr type="ctrX" for="ch" forName="circ1" refType="w" fact="0.5"/>
          <dgm:constr type="ctrY" for="ch" forName="circ1" refType="w" fact="0.25"/>
          <dgm:constr type="w" for="ch" forName="circ1" refType="w" fact="0.6"/>
          <dgm:constr type="h" for="ch" forName="circ1" refType="h" fact="0.6"/>
          <dgm:constr type="l" for="ch" forName="circ1Tx" refType="w" fact="0.28"/>
          <dgm:constr type="t" for="ch" forName="circ1Tx" refType="h" fact="0.055"/>
          <dgm:constr type="w" for="ch" forName="circ1Tx" refType="w" fact="0.44"/>
          <dgm:constr type="h" for="ch" forName="circ1Tx" refType="h" fact="0.27"/>
          <dgm:constr type="ctrX" for="ch" forName="circ2" refType="w" fact="0.7165"/>
          <dgm:constr type="ctrY" for="ch" forName="circ2" refType="w" fact="0.625"/>
          <dgm:constr type="w" for="ch" forName="circ2" refType="w" fact="0.6"/>
          <dgm:constr type="h" for="ch" forName="circ2" refType="h" fact="0.6"/>
          <dgm:constr type="l" for="ch" forName="circ2Tx" refType="w" fact="0.6"/>
          <dgm:constr type="t" for="ch" forName="circ2Tx" refType="h" fact="0.48"/>
          <dgm:constr type="w" for="ch" forName="circ2Tx" refType="w" fact="0.36"/>
          <dgm:constr type="h" for="ch" forName="circ2Tx" refType="h" fact="0.33"/>
          <dgm:constr type="ctrX" for="ch" forName="circ3" refType="w" fact="0.2835"/>
          <dgm:constr type="ctrY" for="ch" forName="circ3" refType="w" fact="0.625"/>
          <dgm:constr type="w" for="ch" forName="circ3" refType="w" fact="0.6"/>
          <dgm:constr type="h" for="ch" forName="circ3" refType="h" fact="0.6"/>
          <dgm:constr type="l" for="ch" forName="circ3Tx" refType="w" fact="0.04"/>
          <dgm:constr type="t" for="ch" forName="circ3Tx" refType="h" fact="0.48"/>
          <dgm:constr type="w" for="ch" forName="circ3Tx" refType="w" fact="0.36"/>
          <dgm:constr type="h" for="ch" forName="circ3Tx" refType="h" fact="0.33"/>
          <dgm:constr type="primFontSz" for="ch" ptType="node" op="equ"/>
        </dgm:constrLst>
      </dgm:if>
      <dgm:if name="Name13" axis="ch" ptType="node" func="cnt" op="equ" val="4">
        <dgm:constrLst>
          <dgm:constr type="ctrX" for="ch" forName="circ1" refType="w" fact="0.5"/>
          <dgm:constr type="ctrY" for="ch" forName="circ1" refType="w" fact="0.27"/>
          <dgm:constr type="w" for="ch" forName="circ1" refType="w" fact="0.52"/>
          <dgm:constr type="h" for="ch" forName="circ1" refType="h" fact="0.52"/>
          <dgm:constr type="l" for="ch" forName="circ1Tx" refType="w" fact="0.3"/>
          <dgm:constr type="t" for="ch" forName="circ1Tx" refType="h" fact="0.08"/>
          <dgm:constr type="w" for="ch" forName="circ1Tx" refType="w" fact="0.4"/>
          <dgm:constr type="h" for="ch" forName="circ1Tx" refType="h" fact="0.165"/>
          <dgm:constr type="ctrX" for="ch" forName="circ2" refType="w" fact="0.73"/>
          <dgm:constr type="ctrY" for="ch" forName="circ2" refType="w" fact="0.5"/>
          <dgm:constr type="w" for="ch" forName="circ2" refType="w" fact="0.52"/>
          <dgm:constr type="h" for="ch" forName="circ2" refType="h" fact="0.52"/>
          <dgm:constr type="r" for="ch" forName="circ2Tx" refType="w" fact="0.95"/>
          <dgm:constr type="t" for="ch" forName="circ2Tx" refType="h" fact="0.3"/>
          <dgm:constr type="w" for="ch" forName="circ2Tx" refType="w" fact="0.2"/>
          <dgm:constr type="h" for="ch" forName="circ2Tx" refType="h" fact="0.4"/>
          <dgm:constr type="ctrX" for="ch" forName="circ3" refType="w" fact="0.5"/>
          <dgm:constr type="ctrY" for="ch" forName="circ3" refType="w" fact="0.73"/>
          <dgm:constr type="w" for="ch" forName="circ3" refType="w" fact="0.52"/>
          <dgm:constr type="h" for="ch" forName="circ3" refType="h" fact="0.52"/>
          <dgm:constr type="l" for="ch" forName="circ3Tx" refType="w" fact="0.3"/>
          <dgm:constr type="b" for="ch" forName="circ3Tx" refType="h" fact="0.92"/>
          <dgm:constr type="w" for="ch" forName="circ3Tx" refType="w" fact="0.4"/>
          <dgm:constr type="h" for="ch" forName="circ3Tx" refType="h" fact="0.165"/>
          <dgm:constr type="ctrX" for="ch" forName="circ4" refType="w" fact="0.27"/>
          <dgm:constr type="ctrY" for="ch" forName="circ4" refType="h" fact="0.5"/>
          <dgm:constr type="w" for="ch" forName="circ4" refType="w" fact="0.52"/>
          <dgm:constr type="h" for="ch" forName="circ4" refType="h" fact="0.52"/>
          <dgm:constr type="l" for="ch" forName="circ4Tx" refType="w" fact="0.05"/>
          <dgm:constr type="t" for="ch" forName="circ4Tx" refType="h" fact="0.3"/>
          <dgm:constr type="w" for="ch" forName="circ4Tx" refType="w" fact="0.2"/>
          <dgm:constr type="h" for="ch" forName="circ4Tx" refType="h" fact="0.4"/>
          <dgm:constr type="primFontSz" for="ch" ptType="node" op="equ"/>
        </dgm:constrLst>
      </dgm:if>
      <dgm:if name="Name14" axis="ch" ptType="node" func="cnt" op="equ" val="5">
        <dgm:constrLst>
          <dgm:constr type="ctrX" for="ch" forName="circ1" refType="w" fact="0.5"/>
          <dgm:constr type="ctrY" for="ch" forName="circ1" refType="h" fact="0.46"/>
          <dgm:constr type="w" for="ch" forName="circ1" refType="w" fact="0.25"/>
          <dgm:constr type="h" for="ch" forName="circ1" refType="h" fact="0.35"/>
          <dgm:constr type="l" for="ch" forName="circ1Tx" refType="w" fact="0.355"/>
          <dgm:constr type="t" for="ch" forName="circ1Tx"/>
          <dgm:constr type="w" for="ch" forName="circ1Tx" refType="w" fact="0.29"/>
          <dgm:constr type="h" for="ch" forName="circ1Tx" refType="h" fact="0.235"/>
          <dgm:constr type="ctrX" for="ch" forName="circ2" refType="w" fact="0.5951"/>
          <dgm:constr type="ctrY" for="ch" forName="circ2" refType="h" fact="0.5567"/>
          <dgm:constr type="w" for="ch" forName="circ2" refType="w" fact="0.25"/>
          <dgm:constr type="h" for="ch" forName="circ2" refType="h" fact="0.35"/>
          <dgm:constr type="l" for="ch" forName="circ2Tx" refType="w" fact="0.74"/>
          <dgm:constr type="t" for="ch" forName="circ2Tx" refType="h" fact="0.31"/>
          <dgm:constr type="w" for="ch" forName="circ2Tx" refType="w" fact="0.26"/>
          <dgm:constr type="h" for="ch" forName="circ2Tx" refType="h" fact="0.255"/>
          <dgm:constr type="ctrX" for="ch" forName="circ3" refType="w" fact="0.5588"/>
          <dgm:constr type="ctrY" for="ch" forName="circ3" refType="h" fact="0.7133"/>
          <dgm:constr type="w" for="ch" forName="circ3" refType="w" fact="0.25"/>
          <dgm:constr type="h" for="ch" forName="circ3" refType="h" fact="0.35"/>
          <dgm:constr type="l" for="ch" forName="circ3Tx" refType="w" fact="0.7"/>
          <dgm:constr type="t" for="ch" forName="circ3Tx" refType="h" fact="0.745"/>
          <dgm:constr type="w" for="ch" forName="circ3Tx" refType="w" fact="0.26"/>
          <dgm:constr type="h" for="ch" forName="circ3Tx" refType="h" fact="0.255"/>
          <dgm:constr type="ctrX" for="ch" forName="circ4" refType="w" fact="0.4412"/>
          <dgm:constr type="ctrY" for="ch" forName="circ4" refType="h" fact="0.7133"/>
          <dgm:constr type="w" for="ch" forName="circ4" refType="w" fact="0.25"/>
          <dgm:constr type="h" for="ch" forName="circ4" refType="h" fact="0.35"/>
          <dgm:constr type="l" for="ch" forName="circ4Tx" refType="w" fact="0.04"/>
          <dgm:constr type="t" for="ch" forName="circ4Tx" refType="h" fact="0.745"/>
          <dgm:constr type="w" for="ch" forName="circ4Tx" refType="w" fact="0.26"/>
          <dgm:constr type="h" for="ch" forName="circ4Tx" refType="h" fact="0.255"/>
          <dgm:constr type="ctrX" for="ch" forName="circ5" refType="w" fact="0.4049"/>
          <dgm:constr type="ctrY" for="ch" forName="circ5" refType="h" fact="0.5567"/>
          <dgm:constr type="w" for="ch" forName="circ5" refType="w" fact="0.25"/>
          <dgm:constr type="h" for="ch" forName="circ5" refType="h" fact="0.35"/>
          <dgm:constr type="l" for="ch" forName="circ5Tx"/>
          <dgm:constr type="t" for="ch" forName="circ5Tx" refType="h" fact="0.31"/>
          <dgm:constr type="w" for="ch" forName="circ5Tx" refType="w" fact="0.26"/>
          <dgm:constr type="h" for="ch" forName="circ5Tx" refType="h" fact="0.255"/>
          <dgm:constr type="primFontSz" for="ch" ptType="node" op="equ"/>
        </dgm:constrLst>
      </dgm:if>
      <dgm:if name="Name15" axis="ch" ptType="node" func="cnt" op="equ" val="6">
        <dgm:constrLst>
          <dgm:constr type="ctrX" for="ch" forName="circ1" refType="w" fact="0.5"/>
          <dgm:constr type="ctrY" for="ch" forName="circ1" refType="h" fact="0.3844"/>
          <dgm:constr type="w" for="ch" forName="circ1" refType="w" fact="0.24"/>
          <dgm:constr type="h" for="ch" forName="circ1" refType="h" fact="0.3084"/>
          <dgm:constr type="l" for="ch" forName="circ1Tx" refType="w" fact="0.35"/>
          <dgm:constr type="t" for="ch" forName="circ1Tx"/>
          <dgm:constr type="w" for="ch" forName="circ1Tx" refType="w" fact="0.3"/>
          <dgm:constr type="h" for="ch" forName="circ1Tx" refType="h" fact="0.21"/>
          <dgm:constr type="ctrX" for="ch" forName="circ2" refType="w" fact="0.5779"/>
          <dgm:constr type="ctrY" for="ch" forName="circ2" refType="h" fact="0.4422"/>
          <dgm:constr type="w" for="ch" forName="circ2" refType="w" fact="0.24"/>
          <dgm:constr type="h" for="ch" forName="circ2" refType="h" fact="0.3084"/>
          <dgm:constr type="l" for="ch" forName="circ2Tx" refType="w" fact="0.7157"/>
          <dgm:constr type="t" for="ch" forName="circ2Tx" refType="h" fact="0.2"/>
          <dgm:constr type="w" for="ch" forName="circ2Tx" refType="w" fact="0.2843"/>
          <dgm:constr type="h" for="ch" forName="circ2Tx" refType="h" fact="0.23"/>
          <dgm:constr type="ctrX" for="ch" forName="circ3" refType="w" fact="0.5779"/>
          <dgm:constr type="ctrY" for="ch" forName="circ3" refType="h" fact="0.5578"/>
          <dgm:constr type="w" for="ch" forName="circ3" refType="w" fact="0.24"/>
          <dgm:constr type="h" for="ch" forName="circ3" refType="h" fact="0.3084"/>
          <dgm:constr type="l" for="ch" forName="circ3Tx" refType="w" fact="0.7157"/>
          <dgm:constr type="t" for="ch" forName="circ3Tx" refType="h" fact="0.543"/>
          <dgm:constr type="w" for="ch" forName="circ3Tx" refType="w" fact="0.2843"/>
          <dgm:constr type="h" for="ch" forName="circ3Tx" refType="h" fact="0.257"/>
          <dgm:constr type="ctrX" for="ch" forName="circ4" refType="w" fact="0.5"/>
          <dgm:constr type="ctrY" for="ch" forName="circ4" refType="h" fact="0.6157"/>
          <dgm:constr type="w" for="ch" forName="circ4" refType="w" fact="0.24"/>
          <dgm:constr type="h" for="ch" forName="circ4" refType="h" fact="0.3084"/>
          <dgm:constr type="l" for="ch" forName="circ4Tx" refType="w" fact="0.35"/>
          <dgm:constr type="t" for="ch" forName="circ4Tx" refType="h" fact="0.79"/>
          <dgm:constr type="w" for="ch" forName="circ4Tx" refType="w" fact="0.3"/>
          <dgm:constr type="h" for="ch" forName="circ4Tx" refType="h" fact="0.21"/>
          <dgm:constr type="ctrX" for="ch" forName="circ5" refType="w" fact="0.4221"/>
          <dgm:constr type="ctrY" for="ch" forName="circ5" refType="h" fact="0.5578"/>
          <dgm:constr type="w" for="ch" forName="circ5" refType="w" fact="0.24"/>
          <dgm:constr type="h" for="ch" forName="circ5" refType="h" fact="0.3084"/>
          <dgm:constr type="l" for="ch" forName="circ5Tx" refType="w" fact="0"/>
          <dgm:constr type="t" for="ch" forName="circ5Tx" refType="h" fact="0.543"/>
          <dgm:constr type="w" for="ch" forName="circ5Tx" refType="w" fact="0.2843"/>
          <dgm:constr type="h" for="ch" forName="circ5Tx" refType="h" fact="0.257"/>
          <dgm:constr type="ctrX" for="ch" forName="circ6" refType="w" fact="0.4221"/>
          <dgm:constr type="ctrY" for="ch" forName="circ6" refType="h" fact="0.4422"/>
          <dgm:constr type="w" for="ch" forName="circ6" refType="w" fact="0.24"/>
          <dgm:constr type="h" for="ch" forName="circ6" refType="h" fact="0.3084"/>
          <dgm:constr type="l" for="ch" forName="circ6Tx" refType="w" fact="0"/>
          <dgm:constr type="t" for="ch" forName="circ6Tx" refType="h" fact="0.2"/>
          <dgm:constr type="w" for="ch" forName="circ6Tx" refType="w" fact="0.2843"/>
          <dgm:constr type="h" for="ch" forName="circ6Tx" refType="h" fact="0.257"/>
          <dgm:constr type="primFontSz" for="ch" ptType="node" op="equ"/>
        </dgm:constrLst>
      </dgm:if>
      <dgm:else name="Name16">
        <dgm:constrLst>
          <dgm:constr type="ctrX" for="ch" forName="circ1" refType="w" fact="0.5"/>
          <dgm:constr type="ctrY" for="ch" forName="circ1" refType="h" fact="0.4177"/>
          <dgm:constr type="w" for="ch" forName="circ1" refType="w" fact="0.24"/>
          <dgm:constr type="h" for="ch" forName="circ1" refType="h" fact="0.3262"/>
          <dgm:constr type="l" for="ch" forName="circ1Tx" refType="w" fact="0.3625"/>
          <dgm:constr type="t" for="ch" forName="circ1Tx"/>
          <dgm:constr type="w" for="ch" forName="circ1Tx" refType="w" fact="0.275"/>
          <dgm:constr type="h" for="ch" forName="circ1Tx" refType="h" fact="0.2"/>
          <dgm:constr type="ctrX" for="ch" forName="circ2" refType="w" fact="0.5704"/>
          <dgm:constr type="ctrY" for="ch" forName="circ2" refType="h" fact="0.4637"/>
          <dgm:constr type="w" for="ch" forName="circ2" refType="w" fact="0.24"/>
          <dgm:constr type="h" for="ch" forName="circ2" refType="h" fact="0.3262"/>
          <dgm:constr type="l" for="ch" forName="circ2Tx" refType="w" fact="0.72"/>
          <dgm:constr type="t" for="ch" forName="circ2Tx" refType="h" fact="0.19"/>
          <dgm:constr type="w" for="ch" forName="circ2Tx" refType="w" fact="0.26"/>
          <dgm:constr type="h" for="ch" forName="circ2Tx" refType="h" fact="0.22"/>
          <dgm:constr type="ctrX" for="ch" forName="circ3" refType="w" fact="0.5877"/>
          <dgm:constr type="ctrY" for="ch" forName="circ3" refType="h" fact="0.5672"/>
          <dgm:constr type="w" for="ch" forName="circ3" refType="w" fact="0.24"/>
          <dgm:constr type="h" for="ch" forName="circ3" refType="h" fact="0.3262"/>
          <dgm:constr type="l" for="ch" forName="circ3Tx" refType="w" fact="0.745"/>
          <dgm:constr type="t" for="ch" forName="circ3Tx" refType="h" fact="0.47"/>
          <dgm:constr type="w" for="ch" forName="circ3Tx" refType="w" fact="0.255"/>
          <dgm:constr type="h" for="ch" forName="circ3Tx" refType="h" fact="0.235"/>
          <dgm:constr type="ctrX" for="ch" forName="circ4" refType="w" fact="0.539"/>
          <dgm:constr type="ctrY" for="ch" forName="circ4" refType="h" fact="0.6502"/>
          <dgm:constr type="w" for="ch" forName="circ4" refType="w" fact="0.24"/>
          <dgm:constr type="h" for="ch" forName="circ4" refType="h" fact="0.3262"/>
          <dgm:constr type="l" for="ch" forName="circ4Tx" refType="w" fact="0.635"/>
          <dgm:constr type="t" for="ch" forName="circ4Tx" refType="h" fact="0.785"/>
          <dgm:constr type="w" for="ch" forName="circ4Tx" refType="w" fact="0.275"/>
          <dgm:constr type="h" for="ch" forName="circ4Tx" refType="h" fact="0.215"/>
          <dgm:constr type="ctrX" for="ch" forName="circ5" refType="w" fact="0.461"/>
          <dgm:constr type="ctrY" for="ch" forName="circ5" refType="h" fact="0.6502"/>
          <dgm:constr type="w" for="ch" forName="circ5" refType="w" fact="0.24"/>
          <dgm:constr type="h" for="ch" forName="circ5" refType="h" fact="0.3262"/>
          <dgm:constr type="l" for="ch" forName="circ5Tx" refType="w" fact="0.09"/>
          <dgm:constr type="t" for="ch" forName="circ5Tx" refType="h" fact="0.785"/>
          <dgm:constr type="w" for="ch" forName="circ5Tx" refType="w" fact="0.275"/>
          <dgm:constr type="h" for="ch" forName="circ5Tx" refType="h" fact="0.215"/>
          <dgm:constr type="ctrX" for="ch" forName="circ6" refType="w" fact="0.4123"/>
          <dgm:constr type="ctrY" for="ch" forName="circ6" refType="h" fact="0.5672"/>
          <dgm:constr type="w" for="ch" forName="circ6" refType="w" fact="0.24"/>
          <dgm:constr type="h" for="ch" forName="circ6" refType="h" fact="0.3262"/>
          <dgm:constr type="l" for="ch" forName="circ6Tx"/>
          <dgm:constr type="t" for="ch" forName="circ6Tx" refType="h" fact="0.47"/>
          <dgm:constr type="w" for="ch" forName="circ6Tx" refType="w" fact="0.255"/>
          <dgm:constr type="h" for="ch" forName="circ6Tx" refType="h" fact="0.235"/>
          <dgm:constr type="ctrX" for="ch" forName="circ7" refType="w" fact="0.4296"/>
          <dgm:constr type="ctrY" for="ch" forName="circ7" refType="h" fact="0.4637"/>
          <dgm:constr type="w" for="ch" forName="circ7" refType="w" fact="0.24"/>
          <dgm:constr type="h" for="ch" forName="circ7" refType="h" fact="0.3262"/>
          <dgm:constr type="l" for="ch" forName="circ7Tx" refType="w" fact="0.02"/>
          <dgm:constr type="t" for="ch" forName="circ7Tx" refType="h" fact="0.19"/>
          <dgm:constr type="w" for="ch" forName="circ7Tx" refType="w" fact="0.26"/>
          <dgm:constr type="h" for="ch" forName="circ7Tx" refType="h" fact="0.22"/>
          <dgm:constr type="primFontSz" for="ch" ptType="node" op="equ"/>
        </dgm:constrLst>
      </dgm:else>
    </dgm:choose>
    <dgm:ruleLst/>
    <dgm:forEach name="Name17" axis="ch" ptType="node" cnt="1">
      <dgm:choose name="Name18">
        <dgm:if name="Name19" axis="root ch" ptType="all node" func="cnt" op="equ" val="1">
          <dgm:layoutNode name="circ1TxSh" styleLbl="vennNode1">
            <dgm:alg type="tx">
              <dgm:param type="txAnchorHorzCh" val="ctr"/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20">
              <dgm:if name="Name21" func="var" arg="dir" op="equ" val="norm">
                <dgm:choose name="Name22">
                  <dgm:if name="Name23" axis="root ch" ptType="all node" func="cnt" op="lte" val="4">
                    <dgm:presOf axis="desOrSelf" ptType="node"/>
                  </dgm:if>
                  <dgm:else name="Name24">
                    <dgm:presOf/>
                  </dgm:else>
                </dgm:choose>
              </dgm:if>
              <dgm:else name="Name25">
                <dgm:choose name="Name26">
                  <dgm:if name="Name27" axis="root ch" ptType="all node" func="cnt" op="equ" val="2">
                    <dgm:presOf axis="root ch desOrSelf" ptType="all node node" st="1 2 1" cnt="1 1 0"/>
                  </dgm:if>
                  <dgm:else name="Name28">
                    <dgm:presOf axis="desOrSelf" ptType="node"/>
                  </dgm:else>
                </dgm:choose>
              </dgm:else>
            </dgm:choose>
            <dgm:constrLst>
              <dgm:constr type="tMarg"/>
              <dgm:constr type="bMarg"/>
              <dgm:constr type="lMarg"/>
              <dgm:constr type="rMarg"/>
              <dgm:constr type="primFontSz" val="65"/>
            </dgm:constrLst>
            <dgm:ruleLst>
              <dgm:rule type="primFontSz" val="5" fact="NaN" max="NaN"/>
            </dgm:ruleLst>
          </dgm:layoutNode>
        </dgm:if>
        <dgm:else name="Name29">
          <dgm:layoutNode name="circ1" styleLbl="vennNode1">
            <dgm:alg type="sp"/>
            <dgm:shape xmlns:r="http://schemas.openxmlformats.org/officeDocument/2006/relationships" type="ellipse" r:blip="">
              <dgm:adjLst/>
            </dgm:shape>
            <dgm:choose name="Name30">
              <dgm:if name="Name31" func="var" arg="dir" op="equ" val="norm">
                <dgm:choose name="Name32">
                  <dgm:if name="Name33" axis="root ch" ptType="all node" func="cnt" op="lte" val="4">
                    <dgm:presOf axis="desOrSelf" ptType="node"/>
                  </dgm:if>
                  <dgm:else name="Name34">
                    <dgm:presOf/>
                  </dgm:else>
                </dgm:choose>
              </dgm:if>
              <dgm:else name="Name35">
                <dgm:choose name="Name36">
                  <dgm:if name="Name37" axis="root ch" ptType="all node" func="cnt" op="equ" val="2">
                    <dgm:presOf axis="root ch desOrSelf" ptType="all node node" st="1 2 1" cnt="1 1 0"/>
                  </dgm:if>
                  <dgm:else name="Name38">
                    <dgm:choose name="Name39">
                      <dgm:if name="Name40" axis="root ch" ptType="all node" func="cnt" op="lte" val="4">
                        <dgm:presOf axis="desOrSelf" ptType="node"/>
                      </dgm:if>
                      <dgm:else name="Name41">
                        <dgm:presOf/>
                      </dgm:else>
                    </dgm:choose>
                  </dgm:else>
                </dgm:choose>
              </dgm:else>
            </dgm:choose>
            <dgm:constrLst/>
            <dgm:ruleLst/>
          </dgm:layoutNode>
          <dgm:layoutNode name="circ1Tx" styleLbl="revTx">
            <dgm:varLst>
              <dgm:chMax val="0"/>
              <dgm:chPref val="0"/>
              <dgm:bulletEnabled val="1"/>
            </dgm:varLst>
            <dgm:alg type="tx">
              <dgm:param type="txAnchorHorzCh" val="ctr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choose name="Name42">
              <dgm:if name="Name43" func="var" arg="dir" op="equ" val="norm">
                <dgm:presOf axis="desOrSelf" ptType="node"/>
              </dgm:if>
              <dgm:else name="Name44">
                <dgm:choose name="Name45">
                  <dgm:if name="Name46" axis="root ch" ptType="all node" func="cnt" op="equ" val="2">
                    <dgm:presOf axis="root ch desOrSelf" ptType="all node node" st="1 2 1" cnt="1 1 0"/>
                  </dgm:if>
                  <dgm:else name="Name47">
                    <dgm:presOf axis="desOrSelf" ptType="node"/>
                  </dgm:else>
                </dgm:choose>
              </dgm:else>
            </dgm:choose>
            <dgm:constrLst>
              <dgm:constr type="tMarg"/>
              <dgm:constr type="bMarg"/>
              <dgm:constr type="lMarg"/>
              <dgm:constr type="rMarg"/>
              <dgm:constr type="primFontSz" val="65"/>
            </dgm:constrLst>
            <dgm:ruleLst>
              <dgm:rule type="primFontSz" val="5" fact="NaN" max="NaN"/>
            </dgm:ruleLst>
          </dgm:layoutNode>
        </dgm:else>
      </dgm:choose>
    </dgm:forEach>
    <dgm:forEach name="Name48" axis="ch" ptType="node" st="2" cnt="1">
      <dgm:layoutNode name="circ2" styleLbl="vennNode1">
        <dgm:alg type="sp"/>
        <dgm:shape xmlns:r="http://schemas.openxmlformats.org/officeDocument/2006/relationships" type="ellipse" r:blip="">
          <dgm:adjLst/>
        </dgm:shape>
        <dgm:choose name="Name49">
          <dgm:if name="Name50" func="var" arg="dir" op="equ" val="norm">
            <dgm:choose name="Name51">
              <dgm:if name="Name52" axis="root ch" ptType="all node" func="cnt" op="lte" val="4">
                <dgm:presOf axis="desOrSelf" ptType="node"/>
              </dgm:if>
              <dgm:else name="Name53">
                <dgm:presOf/>
              </dgm:else>
            </dgm:choose>
          </dgm:if>
          <dgm:else name="Name54">
            <dgm:choose name="Name55">
              <dgm:if name="Name56" axis="root ch" ptType="all node" func="cnt" op="equ" val="2">
                <dgm:presOf axis="root ch desOrSelf" ptType="all node node" st="1 1 1" cnt="1 1 0"/>
              </dgm:if>
              <dgm:if name="Name57" axis="root ch" ptType="all node" func="cnt" op="equ" val="3">
                <dgm:presOf axis="root ch desOrSelf" ptType="all node node" st="1 3 1" cnt="1 1 0"/>
              </dgm:if>
              <dgm:if name="Name58" axis="root ch" ptType="all node" func="cnt" op="equ" val="4">
                <dgm:presOf axis="root ch desOrSelf" ptType="all node node" st="1 4 1" cnt="1 1 0"/>
              </dgm:if>
              <dgm:else name="Name59">
                <dgm:presOf/>
              </dgm:else>
            </dgm:choose>
          </dgm:else>
        </dgm:choose>
        <dgm:constrLst/>
        <dgm:ruleLst/>
      </dgm:layoutNode>
      <dgm:layoutNode name="circ2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60">
          <dgm:if name="Name61" func="var" arg="dir" op="equ" val="norm">
            <dgm:presOf axis="desOrSelf" ptType="node"/>
          </dgm:if>
          <dgm:else name="Name62">
            <dgm:choose name="Name63">
              <dgm:if name="Name64" axis="root ch" ptType="all node" func="cnt" op="equ" val="2">
                <dgm:presOf axis="root ch desOrSelf" ptType="all node node" st="1 1 1" cnt="1 1 0"/>
              </dgm:if>
              <dgm:if name="Name65" axis="root ch" ptType="all node" func="cnt" op="equ" val="3">
                <dgm:presOf axis="root ch desOrSelf" ptType="all node node" st="1 3 1" cnt="1 1 0"/>
              </dgm:if>
              <dgm:if name="Name66" axis="root ch" ptType="all node" func="cnt" op="equ" val="4">
                <dgm:presOf axis="root ch desOrSelf" ptType="all node node" st="1 4 1" cnt="1 1 0"/>
              </dgm:if>
              <dgm:if name="Name67" axis="root ch" ptType="all node" func="cnt" op="equ" val="5">
                <dgm:presOf axis="root ch desOrSelf" ptType="all node node" st="1 5 1" cnt="1 1 0"/>
              </dgm:if>
              <dgm:if name="Name68" axis="root ch" ptType="all node" func="cnt" op="equ" val="6">
                <dgm:presOf axis="root ch desOrSelf" ptType="all node node" st="1 6 1" cnt="1 1 0"/>
              </dgm:if>
              <dgm:else name="Name69">
                <dgm:presOf axis="root ch desOrSelf" ptType="all node node" st="1 7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70" axis="ch" ptType="node" st="3" cnt="1">
      <dgm:layoutNode name="circ3" styleLbl="vennNode1">
        <dgm:alg type="sp"/>
        <dgm:shape xmlns:r="http://schemas.openxmlformats.org/officeDocument/2006/relationships" type="ellipse" r:blip="">
          <dgm:adjLst/>
        </dgm:shape>
        <dgm:choose name="Name71">
          <dgm:if name="Name72" func="var" arg="dir" op="equ" val="norm">
            <dgm:choose name="Name73">
              <dgm:if name="Name74" axis="root ch" ptType="all node" func="cnt" op="lte" val="4">
                <dgm:presOf axis="desOrSelf" ptType="node"/>
              </dgm:if>
              <dgm:else name="Name75">
                <dgm:presOf/>
              </dgm:else>
            </dgm:choose>
          </dgm:if>
          <dgm:else name="Name76">
            <dgm:choose name="Name77">
              <dgm:if name="Name78" axis="root ch" ptType="all node" func="cnt" op="equ" val="3">
                <dgm:presOf axis="root ch desOrSelf" ptType="all node node" st="1 2 1" cnt="1 1 0"/>
              </dgm:if>
              <dgm:if name="Name79" axis="root ch" ptType="all node" func="cnt" op="equ" val="4">
                <dgm:presOf axis="root ch desOrSelf" ptType="all node node" st="1 3 1" cnt="1 1 0"/>
              </dgm:if>
              <dgm:else name="Name80">
                <dgm:presOf/>
              </dgm:else>
            </dgm:choose>
          </dgm:else>
        </dgm:choose>
        <dgm:constrLst/>
        <dgm:ruleLst/>
      </dgm:layoutNode>
      <dgm:layoutNode name="circ3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81">
          <dgm:if name="Name82" func="var" arg="dir" op="equ" val="norm">
            <dgm:presOf axis="desOrSelf" ptType="node"/>
          </dgm:if>
          <dgm:else name="Name83">
            <dgm:choose name="Name84">
              <dgm:if name="Name85" axis="root ch" ptType="all node" func="cnt" op="equ" val="3">
                <dgm:presOf axis="root ch desOrSelf" ptType="all node node" st="1 2 1" cnt="1 1 0"/>
              </dgm:if>
              <dgm:if name="Name86" axis="root ch" ptType="all node" func="cnt" op="equ" val="4">
                <dgm:presOf axis="root ch desOrSelf" ptType="all node node" st="1 3 1" cnt="1 1 0"/>
              </dgm:if>
              <dgm:if name="Name87" axis="root ch" ptType="all node" func="cnt" op="equ" val="5">
                <dgm:presOf axis="root ch desOrSelf" ptType="all node node" st="1 4 1" cnt="1 1 0"/>
              </dgm:if>
              <dgm:if name="Name88" axis="root ch" ptType="all node" func="cnt" op="equ" val="6">
                <dgm:presOf axis="root ch desOrSelf" ptType="all node node" st="1 5 1" cnt="1 1 0"/>
              </dgm:if>
              <dgm:else name="Name89">
                <dgm:presOf axis="root ch desOrSelf" ptType="all node node" st="1 6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90" axis="ch" ptType="node" st="4" cnt="1">
      <dgm:layoutNode name="circ4" styleLbl="vennNode1">
        <dgm:alg type="sp"/>
        <dgm:shape xmlns:r="http://schemas.openxmlformats.org/officeDocument/2006/relationships" type="ellipse" r:blip="">
          <dgm:adjLst/>
        </dgm:shape>
        <dgm:choose name="Name91">
          <dgm:if name="Name92" func="var" arg="dir" op="equ" val="norm">
            <dgm:choose name="Name93">
              <dgm:if name="Name94" axis="root ch" ptType="all node" func="cnt" op="lte" val="4">
                <dgm:presOf axis="desOrSelf" ptType="node"/>
              </dgm:if>
              <dgm:else name="Name95">
                <dgm:presOf/>
              </dgm:else>
            </dgm:choose>
          </dgm:if>
          <dgm:else name="Name96">
            <dgm:choose name="Name97">
              <dgm:if name="Name98" axis="root ch" ptType="all node" func="cnt" op="equ" val="4">
                <dgm:presOf axis="root ch desOrSelf" ptType="all node node" st="1 2 1" cnt="1 1 0"/>
              </dgm:if>
              <dgm:else name="Name99">
                <dgm:presOf/>
              </dgm:else>
            </dgm:choose>
          </dgm:else>
        </dgm:choose>
        <dgm:constrLst/>
        <dgm:ruleLst/>
      </dgm:layoutNode>
      <dgm:layoutNode name="circ4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00">
          <dgm:if name="Name101" func="var" arg="dir" op="equ" val="norm">
            <dgm:presOf axis="desOrSelf" ptType="node"/>
          </dgm:if>
          <dgm:else name="Name102">
            <dgm:choose name="Name103">
              <dgm:if name="Name104" axis="root ch" ptType="all node" func="cnt" op="equ" val="4">
                <dgm:presOf axis="root ch desOrSelf" ptType="all node node" st="1 2 1" cnt="1 1 0"/>
              </dgm:if>
              <dgm:if name="Name105" axis="root ch" ptType="all node" func="cnt" op="equ" val="5">
                <dgm:presOf axis="root ch desOrSelf" ptType="all node node" st="1 3 1" cnt="1 1 0"/>
              </dgm:if>
              <dgm:if name="Name106" axis="root ch" ptType="all node" func="cnt" op="equ" val="6">
                <dgm:presOf axis="root ch desOrSelf" ptType="all node node" st="1 4 1" cnt="1 1 0"/>
              </dgm:if>
              <dgm:else name="Name107">
                <dgm:presOf axis="root ch desOrSelf" ptType="all node node" st="1 5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08" axis="ch" ptType="node" st="5" cnt="1">
      <dgm:layoutNode name="circ5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5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09">
          <dgm:if name="Name110" func="var" arg="dir" op="equ" val="norm">
            <dgm:presOf axis="desOrSelf" ptType="node"/>
          </dgm:if>
          <dgm:else name="Name111">
            <dgm:choose name="Name112">
              <dgm:if name="Name113" axis="root ch" ptType="all node" func="cnt" op="equ" val="5">
                <dgm:presOf axis="root ch desOrSelf" ptType="all node node" st="1 2 1" cnt="1 1 0"/>
              </dgm:if>
              <dgm:if name="Name114" axis="root ch" ptType="all node" func="cnt" op="equ" val="6">
                <dgm:presOf axis="root ch desOrSelf" ptType="all node node" st="1 3 1" cnt="1 1 0"/>
              </dgm:if>
              <dgm:else name="Name115">
                <dgm:presOf axis="root ch desOrSelf" ptType="all node node" st="1 4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16" axis="ch" ptType="node" st="6" cnt="1">
      <dgm:layoutNode name="circ6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6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17">
          <dgm:if name="Name118" func="var" arg="dir" op="equ" val="norm">
            <dgm:presOf axis="desOrSelf" ptType="node"/>
          </dgm:if>
          <dgm:else name="Name119">
            <dgm:choose name="Name120">
              <dgm:if name="Name121" axis="root ch" ptType="all node" func="cnt" op="equ" val="6">
                <dgm:presOf axis="root ch desOrSelf" ptType="all node node" st="1 2 1" cnt="1 1 0"/>
              </dgm:if>
              <dgm:else name="Name122">
                <dgm:presOf axis="root ch desOrSelf" ptType="all node node" st="1 3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23" axis="ch" ptType="node" st="7" cnt="1">
      <dgm:layoutNode name="circ7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7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24">
          <dgm:if name="Name125" func="var" arg="dir" op="equ" val="norm">
            <dgm:presOf axis="desOrSelf" ptType="node"/>
          </dgm:if>
          <dgm:else name="Name126">
            <dgm:presOf axis="root ch desOrSelf" ptType="all node node" st="1 2 1" cnt="1 1 0"/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46300" cy="49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49687" y="0"/>
            <a:ext cx="2946300" cy="49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917575" y="744537"/>
            <a:ext cx="4962600" cy="37227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79450" y="4714875"/>
            <a:ext cx="5438700" cy="446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9428162"/>
            <a:ext cx="2946300" cy="49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49687" y="9428162"/>
            <a:ext cx="2946300" cy="49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17116824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:notes"/>
          <p:cNvSpPr txBox="1">
            <a:spLocks noGrp="1"/>
          </p:cNvSpPr>
          <p:nvPr>
            <p:ph type="body" idx="1"/>
          </p:nvPr>
        </p:nvSpPr>
        <p:spPr>
          <a:xfrm>
            <a:off x="679450" y="4714875"/>
            <a:ext cx="5438700" cy="44673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" name="Google Shape;3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2525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2525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524288"/>
            <a:headEnd type="none" w="sm" len="sm"/>
            <a:tailEnd type="none" w="sm" len="sm"/>
          </a:ln>
        </p:spPr>
      </p:sp>
      <p:sp>
        <p:nvSpPr>
          <p:cNvPr id="38" name="Google Shape;38;p2:notes"/>
          <p:cNvSpPr txBox="1">
            <a:spLocks noGrp="1"/>
          </p:cNvSpPr>
          <p:nvPr>
            <p:ph type="body" idx="1"/>
          </p:nvPr>
        </p:nvSpPr>
        <p:spPr>
          <a:xfrm>
            <a:off x="679450" y="4714875"/>
            <a:ext cx="5438700" cy="446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템플릿 저작권 및 출처: parksehyeon.com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활용 및 공유 자유 (단, 출처는 밝혀주세요)</a:t>
            </a:r>
            <a:endParaRPr/>
          </a:p>
        </p:txBody>
      </p:sp>
      <p:sp>
        <p:nvSpPr>
          <p:cNvPr id="39" name="Google Shape;39;p2:notes"/>
          <p:cNvSpPr txBox="1"/>
          <p:nvPr/>
        </p:nvSpPr>
        <p:spPr>
          <a:xfrm>
            <a:off x="0" y="9428162"/>
            <a:ext cx="2946300" cy="49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z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12544205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2525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524288"/>
            <a:headEnd type="none" w="sm" len="sm"/>
            <a:tailEnd type="none" w="sm" len="sm"/>
          </a:ln>
        </p:spPr>
      </p:sp>
      <p:sp>
        <p:nvSpPr>
          <p:cNvPr id="48" name="Google Shape;48;p3:notes"/>
          <p:cNvSpPr txBox="1">
            <a:spLocks noGrp="1"/>
          </p:cNvSpPr>
          <p:nvPr>
            <p:ph type="body" idx="1"/>
          </p:nvPr>
        </p:nvSpPr>
        <p:spPr>
          <a:xfrm>
            <a:off x="679450" y="4714875"/>
            <a:ext cx="5438700" cy="446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템플릿 저작권 및 출처: parksehyeon.com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활용 및 공유 자유 (단, 출처는 밝혀주세요)</a:t>
            </a:r>
            <a:endParaRPr/>
          </a:p>
        </p:txBody>
      </p:sp>
      <p:sp>
        <p:nvSpPr>
          <p:cNvPr id="49" name="Google Shape;49;p3:notes"/>
          <p:cNvSpPr txBox="1"/>
          <p:nvPr/>
        </p:nvSpPr>
        <p:spPr>
          <a:xfrm>
            <a:off x="0" y="9428162"/>
            <a:ext cx="2946300" cy="49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z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2525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524288"/>
            <a:headEnd type="none" w="sm" len="sm"/>
            <a:tailEnd type="none" w="sm" len="sm"/>
          </a:ln>
        </p:spPr>
      </p:sp>
      <p:sp>
        <p:nvSpPr>
          <p:cNvPr id="72" name="Google Shape;72;p4:notes"/>
          <p:cNvSpPr txBox="1">
            <a:spLocks noGrp="1"/>
          </p:cNvSpPr>
          <p:nvPr>
            <p:ph type="body" idx="1"/>
          </p:nvPr>
        </p:nvSpPr>
        <p:spPr>
          <a:xfrm>
            <a:off x="679450" y="4714875"/>
            <a:ext cx="5438700" cy="446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템플릿 저작권 및 출처: parksehyeon.com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활용 및 공유 자유 (단, 출처는 밝혀주세요)</a:t>
            </a:r>
            <a:endParaRPr/>
          </a:p>
        </p:txBody>
      </p:sp>
      <p:sp>
        <p:nvSpPr>
          <p:cNvPr id="73" name="Google Shape;73;p4:notes"/>
          <p:cNvSpPr txBox="1"/>
          <p:nvPr/>
        </p:nvSpPr>
        <p:spPr>
          <a:xfrm>
            <a:off x="0" y="9428162"/>
            <a:ext cx="2946300" cy="49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z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5:notes"/>
          <p:cNvSpPr txBox="1">
            <a:spLocks noGrp="1"/>
          </p:cNvSpPr>
          <p:nvPr>
            <p:ph type="body" idx="1"/>
          </p:nvPr>
        </p:nvSpPr>
        <p:spPr>
          <a:xfrm>
            <a:off x="679450" y="4714875"/>
            <a:ext cx="5438700" cy="44673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2525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5:notes"/>
          <p:cNvSpPr txBox="1">
            <a:spLocks noGrp="1"/>
          </p:cNvSpPr>
          <p:nvPr>
            <p:ph type="body" idx="1"/>
          </p:nvPr>
        </p:nvSpPr>
        <p:spPr>
          <a:xfrm>
            <a:off x="679450" y="4714875"/>
            <a:ext cx="5438700" cy="44673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2525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6:notes"/>
          <p:cNvSpPr txBox="1">
            <a:spLocks noGrp="1"/>
          </p:cNvSpPr>
          <p:nvPr>
            <p:ph type="body" idx="1"/>
          </p:nvPr>
        </p:nvSpPr>
        <p:spPr>
          <a:xfrm>
            <a:off x="679450" y="4714875"/>
            <a:ext cx="5438700" cy="44673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" name="Google Shape;124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2525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7:notes"/>
          <p:cNvSpPr txBox="1">
            <a:spLocks noGrp="1"/>
          </p:cNvSpPr>
          <p:nvPr>
            <p:ph type="body" idx="1"/>
          </p:nvPr>
        </p:nvSpPr>
        <p:spPr>
          <a:xfrm>
            <a:off x="679450" y="4714875"/>
            <a:ext cx="5438700" cy="44673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" name="Google Shape;149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2525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14:notes"/>
          <p:cNvSpPr txBox="1">
            <a:spLocks noGrp="1"/>
          </p:cNvSpPr>
          <p:nvPr>
            <p:ph type="body" idx="1"/>
          </p:nvPr>
        </p:nvSpPr>
        <p:spPr>
          <a:xfrm>
            <a:off x="679450" y="4714875"/>
            <a:ext cx="5438700" cy="44673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2" name="Google Shape;302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2525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2525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524288"/>
            <a:headEnd type="none" w="sm" len="sm"/>
            <a:tailEnd type="none" w="sm" len="sm"/>
          </a:ln>
        </p:spPr>
      </p:sp>
      <p:sp>
        <p:nvSpPr>
          <p:cNvPr id="348" name="Google Shape;348;p15:notes"/>
          <p:cNvSpPr txBox="1">
            <a:spLocks noGrp="1"/>
          </p:cNvSpPr>
          <p:nvPr>
            <p:ph type="body" idx="1"/>
          </p:nvPr>
        </p:nvSpPr>
        <p:spPr>
          <a:xfrm>
            <a:off x="679450" y="4714875"/>
            <a:ext cx="5438700" cy="446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템플릿 저작권 및 출처: parksehyeon.com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활용 및 공유 자유 (단, 출처는 밝혀주세요)</a:t>
            </a:r>
            <a:endParaRPr/>
          </a:p>
        </p:txBody>
      </p:sp>
      <p:sp>
        <p:nvSpPr>
          <p:cNvPr id="349" name="Google Shape;349;p15:notes"/>
          <p:cNvSpPr txBox="1"/>
          <p:nvPr/>
        </p:nvSpPr>
        <p:spPr>
          <a:xfrm>
            <a:off x="0" y="9428162"/>
            <a:ext cx="2946300" cy="49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z</a:t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2525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524288"/>
            <a:headEnd type="none" w="sm" len="sm"/>
            <a:tailEnd type="none" w="sm" len="sm"/>
          </a:ln>
        </p:spPr>
      </p:sp>
      <p:sp>
        <p:nvSpPr>
          <p:cNvPr id="361" name="Google Shape;361;p16:notes"/>
          <p:cNvSpPr txBox="1">
            <a:spLocks noGrp="1"/>
          </p:cNvSpPr>
          <p:nvPr>
            <p:ph type="body" idx="1"/>
          </p:nvPr>
        </p:nvSpPr>
        <p:spPr>
          <a:xfrm>
            <a:off x="679450" y="4714875"/>
            <a:ext cx="5438700" cy="446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템플릿 저작권 및 출처: parksehyeon.com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활용 및 공유 자유 (단, 출처는 밝혀주세요)</a:t>
            </a:r>
            <a:endParaRPr/>
          </a:p>
        </p:txBody>
      </p:sp>
      <p:sp>
        <p:nvSpPr>
          <p:cNvPr id="362" name="Google Shape;362;p16:notes"/>
          <p:cNvSpPr txBox="1"/>
          <p:nvPr/>
        </p:nvSpPr>
        <p:spPr>
          <a:xfrm>
            <a:off x="0" y="9428162"/>
            <a:ext cx="2946300" cy="49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z</a:t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2525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524288"/>
            <a:headEnd type="none" w="sm" len="sm"/>
            <a:tailEnd type="none" w="sm" len="sm"/>
          </a:ln>
        </p:spPr>
      </p:sp>
      <p:sp>
        <p:nvSpPr>
          <p:cNvPr id="374" name="Google Shape;374;p17:notes"/>
          <p:cNvSpPr txBox="1">
            <a:spLocks noGrp="1"/>
          </p:cNvSpPr>
          <p:nvPr>
            <p:ph type="body" idx="1"/>
          </p:nvPr>
        </p:nvSpPr>
        <p:spPr>
          <a:xfrm>
            <a:off x="679450" y="4714875"/>
            <a:ext cx="5438700" cy="446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템플릿 저작권 및 출처: parksehyeon.com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활용 및 공유 자유 (단, 출처는 밝혀주세요)</a:t>
            </a:r>
            <a:endParaRPr/>
          </a:p>
        </p:txBody>
      </p:sp>
      <p:sp>
        <p:nvSpPr>
          <p:cNvPr id="375" name="Google Shape;375;p17:notes"/>
          <p:cNvSpPr txBox="1"/>
          <p:nvPr/>
        </p:nvSpPr>
        <p:spPr>
          <a:xfrm>
            <a:off x="0" y="9428162"/>
            <a:ext cx="2946300" cy="49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z</a:t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2525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524288"/>
            <a:headEnd type="none" w="sm" len="sm"/>
            <a:tailEnd type="none" w="sm" len="sm"/>
          </a:ln>
        </p:spPr>
      </p:sp>
      <p:sp>
        <p:nvSpPr>
          <p:cNvPr id="387" name="Google Shape;387;p18:notes"/>
          <p:cNvSpPr txBox="1">
            <a:spLocks noGrp="1"/>
          </p:cNvSpPr>
          <p:nvPr>
            <p:ph type="body" idx="1"/>
          </p:nvPr>
        </p:nvSpPr>
        <p:spPr>
          <a:xfrm>
            <a:off x="679450" y="4714875"/>
            <a:ext cx="5438700" cy="446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템플릿 저작권 및 출처: parksehyeon.com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활용 및 공유 자유 (단, 출처는 밝혀주세요)</a:t>
            </a:r>
            <a:endParaRPr/>
          </a:p>
        </p:txBody>
      </p:sp>
      <p:sp>
        <p:nvSpPr>
          <p:cNvPr id="388" name="Google Shape;388;p18:notes"/>
          <p:cNvSpPr txBox="1"/>
          <p:nvPr/>
        </p:nvSpPr>
        <p:spPr>
          <a:xfrm>
            <a:off x="0" y="9428162"/>
            <a:ext cx="2946300" cy="49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z</a:t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2525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524288"/>
            <a:headEnd type="none" w="sm" len="sm"/>
            <a:tailEnd type="none" w="sm" len="sm"/>
          </a:ln>
        </p:spPr>
      </p:sp>
      <p:sp>
        <p:nvSpPr>
          <p:cNvPr id="400" name="Google Shape;400;p19:notes"/>
          <p:cNvSpPr txBox="1">
            <a:spLocks noGrp="1"/>
          </p:cNvSpPr>
          <p:nvPr>
            <p:ph type="body" idx="1"/>
          </p:nvPr>
        </p:nvSpPr>
        <p:spPr>
          <a:xfrm>
            <a:off x="679450" y="4714875"/>
            <a:ext cx="5438700" cy="446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템플릿 저작권 및 출처: parksehyeon.com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활용 및 공유 자유 (단, 출처는 밝혀주세요)</a:t>
            </a:r>
            <a:endParaRPr/>
          </a:p>
        </p:txBody>
      </p:sp>
      <p:sp>
        <p:nvSpPr>
          <p:cNvPr id="401" name="Google Shape;401;p19:notes"/>
          <p:cNvSpPr txBox="1"/>
          <p:nvPr/>
        </p:nvSpPr>
        <p:spPr>
          <a:xfrm>
            <a:off x="0" y="9428162"/>
            <a:ext cx="2946300" cy="49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z</a:t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2525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524288"/>
            <a:headEnd type="none" w="sm" len="sm"/>
            <a:tailEnd type="none" w="sm" len="sm"/>
          </a:ln>
        </p:spPr>
      </p:sp>
      <p:sp>
        <p:nvSpPr>
          <p:cNvPr id="412" name="Google Shape;412;p20:notes"/>
          <p:cNvSpPr txBox="1">
            <a:spLocks noGrp="1"/>
          </p:cNvSpPr>
          <p:nvPr>
            <p:ph type="body" idx="1"/>
          </p:nvPr>
        </p:nvSpPr>
        <p:spPr>
          <a:xfrm>
            <a:off x="679450" y="4714875"/>
            <a:ext cx="5438700" cy="446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템플릿 저작권 및 출처: parksehyeon.com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활용 및 공유 자유 (단, 출처는 밝혀주세요)</a:t>
            </a:r>
            <a:endParaRPr/>
          </a:p>
        </p:txBody>
      </p:sp>
      <p:sp>
        <p:nvSpPr>
          <p:cNvPr id="413" name="Google Shape;413;p20:notes"/>
          <p:cNvSpPr txBox="1"/>
          <p:nvPr/>
        </p:nvSpPr>
        <p:spPr>
          <a:xfrm>
            <a:off x="0" y="9428162"/>
            <a:ext cx="2946300" cy="49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z</a:t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2525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524288"/>
            <a:headEnd type="none" w="sm" len="sm"/>
            <a:tailEnd type="none" w="sm" len="sm"/>
          </a:ln>
        </p:spPr>
      </p:sp>
      <p:sp>
        <p:nvSpPr>
          <p:cNvPr id="457" name="Google Shape;457;p23:notes"/>
          <p:cNvSpPr txBox="1">
            <a:spLocks noGrp="1"/>
          </p:cNvSpPr>
          <p:nvPr>
            <p:ph type="body" idx="1"/>
          </p:nvPr>
        </p:nvSpPr>
        <p:spPr>
          <a:xfrm>
            <a:off x="679450" y="4714875"/>
            <a:ext cx="5438700" cy="446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템플릿 저작권 및 출처: parksehyeon.com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활용 및 공유 자유 (단, 출처는 밝혀주세요)</a:t>
            </a:r>
            <a:endParaRPr/>
          </a:p>
        </p:txBody>
      </p:sp>
      <p:sp>
        <p:nvSpPr>
          <p:cNvPr id="458" name="Google Shape;458;p23:notes"/>
          <p:cNvSpPr txBox="1"/>
          <p:nvPr/>
        </p:nvSpPr>
        <p:spPr>
          <a:xfrm>
            <a:off x="0" y="9428162"/>
            <a:ext cx="2946300" cy="49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z</a:t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2525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524288"/>
            <a:headEnd type="none" w="sm" len="sm"/>
            <a:tailEnd type="none" w="sm" len="sm"/>
          </a:ln>
        </p:spPr>
      </p:sp>
      <p:sp>
        <p:nvSpPr>
          <p:cNvPr id="457" name="Google Shape;457;p23:notes"/>
          <p:cNvSpPr txBox="1">
            <a:spLocks noGrp="1"/>
          </p:cNvSpPr>
          <p:nvPr>
            <p:ph type="body" idx="1"/>
          </p:nvPr>
        </p:nvSpPr>
        <p:spPr>
          <a:xfrm>
            <a:off x="679450" y="4714875"/>
            <a:ext cx="5438700" cy="446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템플릿 저작권 및 출처: parksehyeon.com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활용 및 공유 자유 (단, 출처는 밝혀주세요)</a:t>
            </a:r>
            <a:endParaRPr/>
          </a:p>
        </p:txBody>
      </p:sp>
      <p:sp>
        <p:nvSpPr>
          <p:cNvPr id="458" name="Google Shape;458;p23:notes"/>
          <p:cNvSpPr txBox="1"/>
          <p:nvPr/>
        </p:nvSpPr>
        <p:spPr>
          <a:xfrm>
            <a:off x="0" y="9428162"/>
            <a:ext cx="2946300" cy="49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z</a:t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2525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524288"/>
            <a:headEnd type="none" w="sm" len="sm"/>
            <a:tailEnd type="none" w="sm" len="sm"/>
          </a:ln>
        </p:spPr>
      </p:sp>
      <p:sp>
        <p:nvSpPr>
          <p:cNvPr id="457" name="Google Shape;457;p23:notes"/>
          <p:cNvSpPr txBox="1">
            <a:spLocks noGrp="1"/>
          </p:cNvSpPr>
          <p:nvPr>
            <p:ph type="body" idx="1"/>
          </p:nvPr>
        </p:nvSpPr>
        <p:spPr>
          <a:xfrm>
            <a:off x="679450" y="4714875"/>
            <a:ext cx="5438700" cy="446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템플릿 저작권 및 출처: parksehyeon.com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활용 및 공유 자유 (단, 출처는 밝혀주세요)</a:t>
            </a:r>
            <a:endParaRPr/>
          </a:p>
        </p:txBody>
      </p:sp>
      <p:sp>
        <p:nvSpPr>
          <p:cNvPr id="458" name="Google Shape;458;p23:notes"/>
          <p:cNvSpPr txBox="1"/>
          <p:nvPr/>
        </p:nvSpPr>
        <p:spPr>
          <a:xfrm>
            <a:off x="0" y="9428162"/>
            <a:ext cx="2946300" cy="49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z</a:t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2525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524288"/>
            <a:headEnd type="none" w="sm" len="sm"/>
            <a:tailEnd type="none" w="sm" len="sm"/>
          </a:ln>
        </p:spPr>
      </p:sp>
      <p:sp>
        <p:nvSpPr>
          <p:cNvPr id="457" name="Google Shape;457;p23:notes"/>
          <p:cNvSpPr txBox="1">
            <a:spLocks noGrp="1"/>
          </p:cNvSpPr>
          <p:nvPr>
            <p:ph type="body" idx="1"/>
          </p:nvPr>
        </p:nvSpPr>
        <p:spPr>
          <a:xfrm>
            <a:off x="679450" y="4714875"/>
            <a:ext cx="5438700" cy="446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템플릿 저작권 및 출처: parksehyeon.com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활용 및 공유 자유 (단, 출처는 밝혀주세요)</a:t>
            </a:r>
            <a:endParaRPr/>
          </a:p>
        </p:txBody>
      </p:sp>
      <p:sp>
        <p:nvSpPr>
          <p:cNvPr id="458" name="Google Shape;458;p23:notes"/>
          <p:cNvSpPr txBox="1"/>
          <p:nvPr/>
        </p:nvSpPr>
        <p:spPr>
          <a:xfrm>
            <a:off x="0" y="9428162"/>
            <a:ext cx="2946300" cy="49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z</a:t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2525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524288"/>
            <a:headEnd type="none" w="sm" len="sm"/>
            <a:tailEnd type="none" w="sm" len="sm"/>
          </a:ln>
        </p:spPr>
      </p:sp>
      <p:sp>
        <p:nvSpPr>
          <p:cNvPr id="457" name="Google Shape;457;p23:notes"/>
          <p:cNvSpPr txBox="1">
            <a:spLocks noGrp="1"/>
          </p:cNvSpPr>
          <p:nvPr>
            <p:ph type="body" idx="1"/>
          </p:nvPr>
        </p:nvSpPr>
        <p:spPr>
          <a:xfrm>
            <a:off x="679450" y="4714875"/>
            <a:ext cx="5438700" cy="446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템플릿 저작권 및 출처: parksehyeon.com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활용 및 공유 자유 (단, 출처는 밝혀주세요)</a:t>
            </a:r>
            <a:endParaRPr/>
          </a:p>
        </p:txBody>
      </p:sp>
      <p:sp>
        <p:nvSpPr>
          <p:cNvPr id="458" name="Google Shape;458;p23:notes"/>
          <p:cNvSpPr txBox="1"/>
          <p:nvPr/>
        </p:nvSpPr>
        <p:spPr>
          <a:xfrm>
            <a:off x="0" y="9428162"/>
            <a:ext cx="2946300" cy="49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z</a:t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2525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524288"/>
            <a:headEnd type="none" w="sm" len="sm"/>
            <a:tailEnd type="none" w="sm" len="sm"/>
          </a:ln>
        </p:spPr>
      </p:sp>
      <p:sp>
        <p:nvSpPr>
          <p:cNvPr id="457" name="Google Shape;457;p23:notes"/>
          <p:cNvSpPr txBox="1">
            <a:spLocks noGrp="1"/>
          </p:cNvSpPr>
          <p:nvPr>
            <p:ph type="body" idx="1"/>
          </p:nvPr>
        </p:nvSpPr>
        <p:spPr>
          <a:xfrm>
            <a:off x="679450" y="4714875"/>
            <a:ext cx="5438700" cy="446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템플릿 저작권 및 출처: parksehyeon.com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활용 및 공유 자유 (단, 출처는 밝혀주세요)</a:t>
            </a:r>
            <a:endParaRPr/>
          </a:p>
        </p:txBody>
      </p:sp>
      <p:sp>
        <p:nvSpPr>
          <p:cNvPr id="458" name="Google Shape;458;p23:notes"/>
          <p:cNvSpPr txBox="1"/>
          <p:nvPr/>
        </p:nvSpPr>
        <p:spPr>
          <a:xfrm>
            <a:off x="0" y="9428162"/>
            <a:ext cx="2946300" cy="49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z</a:t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2525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524288"/>
            <a:headEnd type="none" w="sm" len="sm"/>
            <a:tailEnd type="none" w="sm" len="sm"/>
          </a:ln>
        </p:spPr>
      </p:sp>
      <p:sp>
        <p:nvSpPr>
          <p:cNvPr id="474" name="Google Shape;474;p24:notes"/>
          <p:cNvSpPr txBox="1">
            <a:spLocks noGrp="1"/>
          </p:cNvSpPr>
          <p:nvPr>
            <p:ph type="body" idx="1"/>
          </p:nvPr>
        </p:nvSpPr>
        <p:spPr>
          <a:xfrm>
            <a:off x="679450" y="4714875"/>
            <a:ext cx="5438700" cy="446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템플릿 저작권 및 출처: parksehyeon.com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활용 및 공유 자유 (단, 출처는 밝혀주세요)</a:t>
            </a:r>
            <a:endParaRPr/>
          </a:p>
        </p:txBody>
      </p:sp>
      <p:sp>
        <p:nvSpPr>
          <p:cNvPr id="475" name="Google Shape;475;p24:notes"/>
          <p:cNvSpPr txBox="1"/>
          <p:nvPr/>
        </p:nvSpPr>
        <p:spPr>
          <a:xfrm>
            <a:off x="0" y="9428162"/>
            <a:ext cx="2946300" cy="49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z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56035307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2525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524288"/>
            <a:headEnd type="none" w="sm" len="sm"/>
            <a:tailEnd type="none" w="sm" len="sm"/>
          </a:ln>
        </p:spPr>
      </p:sp>
      <p:sp>
        <p:nvSpPr>
          <p:cNvPr id="474" name="Google Shape;474;p24:notes"/>
          <p:cNvSpPr txBox="1">
            <a:spLocks noGrp="1"/>
          </p:cNvSpPr>
          <p:nvPr>
            <p:ph type="body" idx="1"/>
          </p:nvPr>
        </p:nvSpPr>
        <p:spPr>
          <a:xfrm>
            <a:off x="679450" y="4714875"/>
            <a:ext cx="5438700" cy="446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템플릿 저작권 및 출처: parksehyeon.com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활용 및 공유 자유 (단, 출처는 밝혀주세요)</a:t>
            </a:r>
            <a:endParaRPr/>
          </a:p>
        </p:txBody>
      </p:sp>
      <p:sp>
        <p:nvSpPr>
          <p:cNvPr id="475" name="Google Shape;475;p24:notes"/>
          <p:cNvSpPr txBox="1"/>
          <p:nvPr/>
        </p:nvSpPr>
        <p:spPr>
          <a:xfrm>
            <a:off x="0" y="9428162"/>
            <a:ext cx="2946300" cy="49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z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5603530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프레임워크" userDrawn="1">
  <p:cSld name="프레임워크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oogle Shape;11;p1"/>
          <p:cNvGrpSpPr/>
          <p:nvPr/>
        </p:nvGrpSpPr>
        <p:grpSpPr>
          <a:xfrm>
            <a:off x="103187" y="-6350"/>
            <a:ext cx="79375" cy="768350"/>
            <a:chOff x="103187" y="-6350"/>
            <a:chExt cx="79375" cy="768350"/>
          </a:xfrm>
        </p:grpSpPr>
        <p:pic>
          <p:nvPicPr>
            <p:cNvPr id="12" name="Google Shape;12;p1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03187" y="-6350"/>
              <a:ext cx="79375" cy="7683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" name="Google Shape;13;p1"/>
            <p:cNvSpPr txBox="1"/>
            <p:nvPr/>
          </p:nvSpPr>
          <p:spPr>
            <a:xfrm>
              <a:off x="107950" y="0"/>
              <a:ext cx="71400" cy="755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7" name="Google Shape;17;p1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8" name="Google Shape;18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10" name="Google Shape;10;p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6548437"/>
            <a:ext cx="900112" cy="309562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4;p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640762" y="6273800"/>
            <a:ext cx="382587" cy="474662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Google Shape;15;p1"/>
          <p:cNvSpPr txBox="1"/>
          <p:nvPr/>
        </p:nvSpPr>
        <p:spPr>
          <a:xfrm>
            <a:off x="3551237" y="6542087"/>
            <a:ext cx="2057400" cy="30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fld id="{00000000-1234-1234-1234-123412341234}" type="slidenum">
              <a:rPr lang="en-US" sz="11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t>‹#›</a:t>
            </a:fld>
            <a:r>
              <a:rPr lang="en-US" sz="11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/ 33</a:t>
            </a:r>
            <a:endParaRPr/>
          </a:p>
        </p:txBody>
      </p:sp>
      <p:pic>
        <p:nvPicPr>
          <p:cNvPr id="16" name="Google Shape;16;p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6548437"/>
            <a:ext cx="900112" cy="309562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Google Shape;23;p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548437"/>
            <a:ext cx="900112" cy="309562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Google Shape;24;p3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" name="Google Shape;25;p3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6" name="Google Shape;26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7" name="Google Shape;27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8" name="Google Shape;28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sz="1400">
              <a:solidFill>
                <a:srgbClr val="000000"/>
              </a:solidFill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jpe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4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8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4.jpeg"/><Relationship Id="rId4" Type="http://schemas.openxmlformats.org/officeDocument/2006/relationships/image" Target="../media/image33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3" Type="http://schemas.openxmlformats.org/officeDocument/2006/relationships/image" Target="../media/image35.png"/><Relationship Id="rId7" Type="http://schemas.openxmlformats.org/officeDocument/2006/relationships/image" Target="../media/image3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37.png"/><Relationship Id="rId10" Type="http://schemas.openxmlformats.org/officeDocument/2006/relationships/image" Target="../media/image41.jpeg"/><Relationship Id="rId4" Type="http://schemas.openxmlformats.org/officeDocument/2006/relationships/image" Target="../media/image36.png"/><Relationship Id="rId9" Type="http://schemas.openxmlformats.org/officeDocument/2006/relationships/image" Target="../media/image40.jpe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13" Type="http://schemas.openxmlformats.org/officeDocument/2006/relationships/tags" Target="../tags/tag13.xml"/><Relationship Id="rId18" Type="http://schemas.openxmlformats.org/officeDocument/2006/relationships/tags" Target="../tags/tag18.xml"/><Relationship Id="rId3" Type="http://schemas.openxmlformats.org/officeDocument/2006/relationships/tags" Target="../tags/tag3.xml"/><Relationship Id="rId21" Type="http://schemas.openxmlformats.org/officeDocument/2006/relationships/notesSlide" Target="../notesSlides/notesSlide17.xml"/><Relationship Id="rId7" Type="http://schemas.openxmlformats.org/officeDocument/2006/relationships/tags" Target="../tags/tag7.xml"/><Relationship Id="rId12" Type="http://schemas.openxmlformats.org/officeDocument/2006/relationships/tags" Target="../tags/tag12.xml"/><Relationship Id="rId17" Type="http://schemas.openxmlformats.org/officeDocument/2006/relationships/tags" Target="../tags/tag17.xml"/><Relationship Id="rId25" Type="http://schemas.openxmlformats.org/officeDocument/2006/relationships/image" Target="../media/image45.jpeg"/><Relationship Id="rId2" Type="http://schemas.openxmlformats.org/officeDocument/2006/relationships/tags" Target="../tags/tag2.xml"/><Relationship Id="rId16" Type="http://schemas.openxmlformats.org/officeDocument/2006/relationships/tags" Target="../tags/tag16.xml"/><Relationship Id="rId20" Type="http://schemas.openxmlformats.org/officeDocument/2006/relationships/slideLayout" Target="../slideLayouts/slideLayout1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tags" Target="../tags/tag11.xml"/><Relationship Id="rId24" Type="http://schemas.openxmlformats.org/officeDocument/2006/relationships/image" Target="../media/image44.jpeg"/><Relationship Id="rId5" Type="http://schemas.openxmlformats.org/officeDocument/2006/relationships/tags" Target="../tags/tag5.xml"/><Relationship Id="rId15" Type="http://schemas.openxmlformats.org/officeDocument/2006/relationships/tags" Target="../tags/tag15.xml"/><Relationship Id="rId23" Type="http://schemas.openxmlformats.org/officeDocument/2006/relationships/image" Target="../media/image43.jpeg"/><Relationship Id="rId10" Type="http://schemas.openxmlformats.org/officeDocument/2006/relationships/tags" Target="../tags/tag10.xml"/><Relationship Id="rId19" Type="http://schemas.openxmlformats.org/officeDocument/2006/relationships/tags" Target="../tags/tag19.xml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4" Type="http://schemas.openxmlformats.org/officeDocument/2006/relationships/tags" Target="../tags/tag14.xml"/><Relationship Id="rId22" Type="http://schemas.openxmlformats.org/officeDocument/2006/relationships/image" Target="../media/image42.jpe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0.xml"/><Relationship Id="rId4" Type="http://schemas.openxmlformats.org/officeDocument/2006/relationships/image" Target="../media/image46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jpeg"/><Relationship Id="rId3" Type="http://schemas.openxmlformats.org/officeDocument/2006/relationships/image" Target="../media/image47.jpeg"/><Relationship Id="rId7" Type="http://schemas.openxmlformats.org/officeDocument/2006/relationships/image" Target="../media/image51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0.jpeg"/><Relationship Id="rId5" Type="http://schemas.openxmlformats.org/officeDocument/2006/relationships/image" Target="../media/image49.jpeg"/><Relationship Id="rId10" Type="http://schemas.openxmlformats.org/officeDocument/2006/relationships/image" Target="../media/image54.jpeg"/><Relationship Id="rId4" Type="http://schemas.openxmlformats.org/officeDocument/2006/relationships/image" Target="../media/image48.jpeg"/><Relationship Id="rId9" Type="http://schemas.openxmlformats.org/officeDocument/2006/relationships/image" Target="../media/image53.jpe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7" Type="http://schemas.openxmlformats.org/officeDocument/2006/relationships/image" Target="../media/image5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8.png"/><Relationship Id="rId5" Type="http://schemas.openxmlformats.org/officeDocument/2006/relationships/image" Target="../media/image57.png"/><Relationship Id="rId4" Type="http://schemas.openxmlformats.org/officeDocument/2006/relationships/image" Target="../media/image56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0.jpe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jpe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2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4"/>
          <p:cNvSpPr txBox="1"/>
          <p:nvPr/>
        </p:nvSpPr>
        <p:spPr>
          <a:xfrm>
            <a:off x="4310062" y="6546850"/>
            <a:ext cx="633300" cy="3048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rgbClr val="A5A5A5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1/47</a:t>
            </a:r>
            <a:endParaRPr sz="12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4" name="Google Shape;34;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-6350"/>
            <a:ext cx="9144000" cy="6864351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4"/>
          <p:cNvSpPr txBox="1">
            <a:spLocks noGrp="1"/>
          </p:cNvSpPr>
          <p:nvPr>
            <p:ph type="body" idx="4294967295"/>
          </p:nvPr>
        </p:nvSpPr>
        <p:spPr>
          <a:xfrm>
            <a:off x="12700" y="-6350"/>
            <a:ext cx="9144000" cy="6888300"/>
          </a:xfrm>
          <a:prstGeom prst="rect">
            <a:avLst/>
          </a:prstGeom>
          <a:solidFill>
            <a:srgbClr val="BFBFBF">
              <a:alpha val="28630"/>
            </a:srgbClr>
          </a:solidFill>
          <a:ln>
            <a:noFill/>
          </a:ln>
          <a:effectLst>
            <a:outerShdw blurRad="50800" dist="50800" dir="5400000" sx="1000" sy="1000" algn="ctr" rotWithShape="0">
              <a:schemeClr val="dk1">
                <a:alpha val="98820"/>
              </a:scheme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b="1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b="1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b="1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b="1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b="1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b="1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lang="en-US" sz="36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</a:t>
            </a:r>
            <a:endParaRPr dirty="0"/>
          </a:p>
          <a:p>
            <a:pPr marL="0" marR="0" lvl="0" indent="0" algn="ctr" rtl="0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endParaRPr sz="3600" b="1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endParaRPr sz="3600" b="1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lang="en-US" sz="36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       (주)</a:t>
            </a:r>
            <a:r>
              <a:rPr lang="en-US" sz="3600" b="1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동원엔지니어링</a:t>
            </a:r>
            <a:endParaRPr sz="3600" b="1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1" i="0" u="none" strike="noStrike" cap="none" dirty="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ea typeface="Arial"/>
                <a:cs typeface="Arial"/>
                <a:sym typeface="Arial"/>
              </a:rPr>
              <a:t>                         </a:t>
            </a:r>
            <a:r>
              <a:rPr lang="en-US" sz="2800" b="1" i="0" u="none" strike="noStrike" cap="none" dirty="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ea typeface="Arial"/>
                <a:cs typeface="Arial"/>
                <a:sym typeface="Arial"/>
              </a:rPr>
              <a:t>company profile</a:t>
            </a:r>
            <a:endParaRPr sz="2800" b="1" i="0" u="none" strike="noStrike" cap="none" dirty="0">
              <a:solidFill>
                <a:schemeClr val="dk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endParaRPr sz="6000" b="1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endParaRPr sz="6000" b="1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5"/>
          <p:cNvSpPr txBox="1">
            <a:spLocks noGrp="1"/>
          </p:cNvSpPr>
          <p:nvPr>
            <p:ph type="body" idx="4294967295"/>
          </p:nvPr>
        </p:nvSpPr>
        <p:spPr>
          <a:xfrm>
            <a:off x="85725" y="146050"/>
            <a:ext cx="6656400" cy="59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목 차</a:t>
            </a:r>
            <a:endParaRPr dirty="0"/>
          </a:p>
        </p:txBody>
      </p:sp>
      <p:sp>
        <p:nvSpPr>
          <p:cNvPr id="43" name="Google Shape;43;p5"/>
          <p:cNvSpPr txBox="1"/>
          <p:nvPr/>
        </p:nvSpPr>
        <p:spPr>
          <a:xfrm>
            <a:off x="5759450" y="4911725"/>
            <a:ext cx="3086100" cy="4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(주) 동원 엔지니어링</a:t>
            </a:r>
            <a:endParaRPr/>
          </a:p>
        </p:txBody>
      </p:sp>
      <p:sp>
        <p:nvSpPr>
          <p:cNvPr id="44" name="Google Shape;44;p5"/>
          <p:cNvSpPr txBox="1"/>
          <p:nvPr/>
        </p:nvSpPr>
        <p:spPr>
          <a:xfrm>
            <a:off x="5996516" y="5498672"/>
            <a:ext cx="3257550" cy="307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buClr>
                <a:schemeClr val="dk1"/>
              </a:buClr>
              <a:buSzPts val="900"/>
            </a:pPr>
            <a:r>
              <a:rPr lang="ko-KR" altLang="en-US" sz="900" dirty="0">
                <a:solidFill>
                  <a:schemeClr val="dk1"/>
                </a:solidFill>
              </a:rPr>
              <a:t>경기</a:t>
            </a:r>
            <a:r>
              <a:rPr lang="en-US" sz="900" b="0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도 </a:t>
            </a:r>
            <a:r>
              <a:rPr lang="ko-KR" altLang="en-US" sz="900" b="0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화성</a:t>
            </a:r>
            <a:r>
              <a:rPr lang="en-US" sz="900" b="0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시 </a:t>
            </a:r>
            <a:r>
              <a:rPr lang="ko-KR" altLang="en-US" sz="900" b="0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봉담읍 </a:t>
            </a:r>
            <a:r>
              <a:rPr lang="ko-KR" altLang="en-US" sz="900" b="0" i="0" u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덕우리</a:t>
            </a:r>
            <a:r>
              <a:rPr lang="ko-KR" altLang="en-US" sz="900" b="0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altLang="ko-KR" sz="900" b="0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150-12  (</a:t>
            </a:r>
            <a:r>
              <a:rPr lang="ko-KR" altLang="en-US" sz="900" b="0" i="0" u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봉담공장</a:t>
            </a:r>
            <a:r>
              <a:rPr lang="en-US" altLang="ko-KR" sz="900" b="0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r>
              <a:rPr lang="ko-KR" altLang="en-US" dirty="0">
                <a:solidFill>
                  <a:schemeClr val="dk1"/>
                </a:solidFill>
              </a:rPr>
              <a:t> </a:t>
            </a:r>
            <a:endParaRPr lang="ko-KR" altLang="en-US" dirty="0"/>
          </a:p>
        </p:txBody>
      </p:sp>
      <p:pic>
        <p:nvPicPr>
          <p:cNvPr id="45" name="Google Shape;45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95962" y="2967475"/>
            <a:ext cx="2935287" cy="1008062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250CBFB3-A248-4B62-B6DD-828512AFF2B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257712"/>
              </p:ext>
            </p:extLst>
          </p:nvPr>
        </p:nvGraphicFramePr>
        <p:xfrm>
          <a:off x="414779" y="1434371"/>
          <a:ext cx="7764421" cy="4146394"/>
        </p:xfrm>
        <a:graphic>
          <a:graphicData uri="http://schemas.openxmlformats.org/drawingml/2006/table">
            <a:tbl>
              <a:tblPr firstRow="1" bandRow="1">
                <a:tableStyleId>{F7422C57-60C0-46EB-BFA9-FFDC74DB2AE7}</a:tableStyleId>
              </a:tblPr>
              <a:tblGrid>
                <a:gridCol w="7764421">
                  <a:extLst>
                    <a:ext uri="{9D8B030D-6E8A-4147-A177-3AD203B41FA5}">
                      <a16:colId xmlns:a16="http://schemas.microsoft.com/office/drawing/2014/main" val="2728599411"/>
                    </a:ext>
                  </a:extLst>
                </a:gridCol>
              </a:tblGrid>
              <a:tr h="436067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b="1" dirty="0">
                          <a:solidFill>
                            <a:sysClr val="windowText" lastClr="000000"/>
                          </a:solidFill>
                          <a:latin typeface="+mn-lt"/>
                          <a:ea typeface="+mj-ea"/>
                        </a:rPr>
                        <a:t>01.  </a:t>
                      </a:r>
                      <a:r>
                        <a:rPr lang="ko-KR" altLang="en-US" sz="1400" b="1" dirty="0">
                          <a:solidFill>
                            <a:sysClr val="windowText" lastClr="000000"/>
                          </a:solidFill>
                          <a:latin typeface="+mn-lt"/>
                          <a:ea typeface="+mj-ea"/>
                        </a:rPr>
                        <a:t>회사개요</a:t>
                      </a: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89999995"/>
                  </a:ext>
                </a:extLst>
              </a:tr>
              <a:tr h="436067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b="1" dirty="0">
                          <a:solidFill>
                            <a:sysClr val="windowText" lastClr="000000"/>
                          </a:solidFill>
                          <a:latin typeface="+mn-lt"/>
                          <a:ea typeface="+mj-ea"/>
                        </a:rPr>
                        <a:t>02.  </a:t>
                      </a:r>
                      <a:r>
                        <a:rPr lang="ko-KR" altLang="en-US" sz="1400" b="1" dirty="0" err="1">
                          <a:solidFill>
                            <a:sysClr val="windowText" lastClr="000000"/>
                          </a:solidFill>
                          <a:latin typeface="+mn-lt"/>
                          <a:ea typeface="+mj-ea"/>
                        </a:rPr>
                        <a:t>회사연혁</a:t>
                      </a:r>
                      <a:endParaRPr lang="ko-KR" altLang="en-US" sz="1400" b="1" dirty="0">
                        <a:solidFill>
                          <a:sysClr val="windowText" lastClr="000000"/>
                        </a:solidFill>
                        <a:latin typeface="+mn-lt"/>
                        <a:ea typeface="+mj-ea"/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87523922"/>
                  </a:ext>
                </a:extLst>
              </a:tr>
              <a:tr h="436067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b="1" dirty="0">
                          <a:solidFill>
                            <a:sysClr val="windowText" lastClr="000000"/>
                          </a:solidFill>
                          <a:latin typeface="+mn-lt"/>
                          <a:ea typeface="+mj-ea"/>
                        </a:rPr>
                        <a:t>03.  </a:t>
                      </a:r>
                      <a:r>
                        <a:rPr lang="ko-KR" altLang="en-US" sz="1400" b="1" dirty="0">
                          <a:solidFill>
                            <a:sysClr val="windowText" lastClr="000000"/>
                          </a:solidFill>
                          <a:latin typeface="+mn-lt"/>
                          <a:ea typeface="+mj-ea"/>
                        </a:rPr>
                        <a:t>사업분야 </a:t>
                      </a:r>
                      <a:endParaRPr lang="en-US" altLang="ko-KR" sz="1400" b="1" dirty="0">
                        <a:solidFill>
                          <a:sysClr val="windowText" lastClr="000000"/>
                        </a:solidFill>
                        <a:latin typeface="+mn-lt"/>
                        <a:ea typeface="+mj-ea"/>
                      </a:endParaRPr>
                    </a:p>
                    <a:p>
                      <a:pPr latinLnBrk="1"/>
                      <a:r>
                        <a:rPr lang="en-US" altLang="ko-KR" sz="1400" b="1" dirty="0">
                          <a:solidFill>
                            <a:sysClr val="windowText" lastClr="000000"/>
                          </a:solidFill>
                          <a:latin typeface="+mn-lt"/>
                          <a:ea typeface="+mj-ea"/>
                        </a:rPr>
                        <a:t>      (</a:t>
                      </a:r>
                      <a:r>
                        <a:rPr lang="ko-KR" altLang="en-US" sz="1400" b="1" dirty="0">
                          <a:solidFill>
                            <a:sysClr val="windowText" lastClr="000000"/>
                          </a:solidFill>
                          <a:latin typeface="+mn-lt"/>
                          <a:ea typeface="+mj-ea"/>
                        </a:rPr>
                        <a:t>자동화장비 </a:t>
                      </a:r>
                      <a:r>
                        <a:rPr lang="en-US" altLang="ko-KR" sz="1400" b="1" dirty="0">
                          <a:solidFill>
                            <a:sysClr val="windowText" lastClr="000000"/>
                          </a:solidFill>
                          <a:latin typeface="+mn-lt"/>
                          <a:ea typeface="+mj-ea"/>
                        </a:rPr>
                        <a:t>OEM, </a:t>
                      </a:r>
                      <a:r>
                        <a:rPr lang="ko-KR" altLang="en-US" sz="1400" b="1" dirty="0">
                          <a:solidFill>
                            <a:sysClr val="windowText" lastClr="000000"/>
                          </a:solidFill>
                          <a:latin typeface="+mn-lt"/>
                          <a:ea typeface="+mj-ea"/>
                        </a:rPr>
                        <a:t>전장</a:t>
                      </a:r>
                      <a:r>
                        <a:rPr lang="en-US" altLang="ko-KR" sz="1400" b="1" dirty="0">
                          <a:solidFill>
                            <a:sysClr val="windowText" lastClr="000000"/>
                          </a:solidFill>
                          <a:latin typeface="+mn-lt"/>
                          <a:ea typeface="+mj-ea"/>
                        </a:rPr>
                        <a:t>/</a:t>
                      </a:r>
                      <a:r>
                        <a:rPr lang="ko-KR" altLang="en-US" sz="1400" b="1" dirty="0">
                          <a:solidFill>
                            <a:sysClr val="windowText" lastClr="000000"/>
                          </a:solidFill>
                          <a:latin typeface="+mn-lt"/>
                          <a:ea typeface="+mj-ea"/>
                        </a:rPr>
                        <a:t>제어 시스템</a:t>
                      </a:r>
                      <a:r>
                        <a:rPr lang="en-US" altLang="ko-KR" sz="1400" b="1" dirty="0">
                          <a:solidFill>
                            <a:sysClr val="windowText" lastClr="000000"/>
                          </a:solidFill>
                          <a:latin typeface="+mn-lt"/>
                          <a:ea typeface="+mj-ea"/>
                        </a:rPr>
                        <a:t>, </a:t>
                      </a:r>
                      <a:r>
                        <a:rPr lang="en-US" altLang="ko-KR" sz="1400" b="1" dirty="0" err="1">
                          <a:solidFill>
                            <a:sysClr val="windowText" lastClr="000000"/>
                          </a:solidFill>
                          <a:latin typeface="+mn-lt"/>
                          <a:ea typeface="+mj-ea"/>
                        </a:rPr>
                        <a:t>SiC</a:t>
                      </a:r>
                      <a:r>
                        <a:rPr lang="en-US" altLang="ko-KR" sz="1400" b="1" dirty="0">
                          <a:solidFill>
                            <a:sysClr val="windowText" lastClr="000000"/>
                          </a:solidFill>
                          <a:latin typeface="+mn-lt"/>
                          <a:ea typeface="+mj-ea"/>
                        </a:rPr>
                        <a:t> </a:t>
                      </a:r>
                      <a:r>
                        <a:rPr lang="ko-KR" altLang="en-US" sz="1400" b="1" dirty="0" err="1">
                          <a:solidFill>
                            <a:sysClr val="windowText" lastClr="000000"/>
                          </a:solidFill>
                          <a:latin typeface="+mn-lt"/>
                          <a:ea typeface="+mj-ea"/>
                        </a:rPr>
                        <a:t>잉곳</a:t>
                      </a:r>
                      <a:r>
                        <a:rPr lang="ko-KR" altLang="en-US" sz="1400" b="1" dirty="0">
                          <a:solidFill>
                            <a:sysClr val="windowText" lastClr="000000"/>
                          </a:solidFill>
                          <a:latin typeface="+mn-lt"/>
                          <a:ea typeface="+mj-ea"/>
                        </a:rPr>
                        <a:t>  장비 개발</a:t>
                      </a:r>
                      <a:r>
                        <a:rPr lang="en-US" altLang="ko-KR" sz="1400" b="1" dirty="0">
                          <a:solidFill>
                            <a:sysClr val="windowText" lastClr="000000"/>
                          </a:solidFill>
                          <a:latin typeface="+mn-lt"/>
                          <a:ea typeface="+mj-ea"/>
                        </a:rPr>
                        <a:t>,  </a:t>
                      </a:r>
                      <a:r>
                        <a:rPr lang="ko-KR" altLang="en-US" sz="1400" b="1" dirty="0">
                          <a:solidFill>
                            <a:sysClr val="windowText" lastClr="000000"/>
                          </a:solidFill>
                          <a:latin typeface="+mn-lt"/>
                          <a:ea typeface="+mj-ea"/>
                        </a:rPr>
                        <a:t>금속</a:t>
                      </a:r>
                      <a:r>
                        <a:rPr lang="en-US" altLang="ko-KR" sz="1400" b="1" baseline="0" dirty="0">
                          <a:solidFill>
                            <a:sysClr val="windowText" lastClr="000000"/>
                          </a:solidFill>
                          <a:latin typeface="+mn-lt"/>
                          <a:ea typeface="+mj-ea"/>
                        </a:rPr>
                        <a:t> </a:t>
                      </a:r>
                      <a:r>
                        <a:rPr lang="ko-KR" altLang="en-US" sz="1400" b="1" baseline="0" dirty="0">
                          <a:solidFill>
                            <a:sysClr val="windowText" lastClr="000000"/>
                          </a:solidFill>
                          <a:latin typeface="+mn-lt"/>
                          <a:ea typeface="+mj-ea"/>
                        </a:rPr>
                        <a:t>가공</a:t>
                      </a:r>
                      <a:r>
                        <a:rPr lang="en-US" altLang="ko-KR" sz="1400" b="1" dirty="0">
                          <a:solidFill>
                            <a:sysClr val="windowText" lastClr="000000"/>
                          </a:solidFill>
                          <a:latin typeface="+mn-lt"/>
                          <a:ea typeface="+mj-ea"/>
                        </a:rPr>
                        <a:t>)</a:t>
                      </a:r>
                      <a:endParaRPr lang="ko-KR" altLang="en-US" sz="1400" b="1" dirty="0">
                        <a:solidFill>
                          <a:sysClr val="windowText" lastClr="000000"/>
                        </a:solidFill>
                        <a:latin typeface="+mn-lt"/>
                        <a:ea typeface="+mj-ea"/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653822214"/>
                  </a:ext>
                </a:extLst>
              </a:tr>
              <a:tr h="436067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b="1" dirty="0">
                          <a:solidFill>
                            <a:sysClr val="windowText" lastClr="000000"/>
                          </a:solidFill>
                          <a:latin typeface="+mn-lt"/>
                          <a:ea typeface="+mj-ea"/>
                        </a:rPr>
                        <a:t>04.  SWOT </a:t>
                      </a:r>
                      <a:r>
                        <a:rPr lang="ko-KR" altLang="en-US" sz="1400" b="1" dirty="0">
                          <a:solidFill>
                            <a:sysClr val="windowText" lastClr="000000"/>
                          </a:solidFill>
                          <a:latin typeface="+mn-lt"/>
                          <a:ea typeface="+mj-ea"/>
                        </a:rPr>
                        <a:t>분석</a:t>
                      </a: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3801715"/>
                  </a:ext>
                </a:extLst>
              </a:tr>
              <a:tr h="436067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b="1" dirty="0">
                          <a:solidFill>
                            <a:sysClr val="windowText" lastClr="000000"/>
                          </a:solidFill>
                          <a:latin typeface="+mn-lt"/>
                          <a:ea typeface="+mj-ea"/>
                        </a:rPr>
                        <a:t>05.  Project </a:t>
                      </a:r>
                      <a:r>
                        <a:rPr lang="ko-KR" altLang="en-US" sz="1400" b="1" dirty="0">
                          <a:solidFill>
                            <a:sysClr val="windowText" lastClr="000000"/>
                          </a:solidFill>
                          <a:latin typeface="+mn-lt"/>
                          <a:ea typeface="+mj-ea"/>
                        </a:rPr>
                        <a:t>프로세서</a:t>
                      </a:r>
                      <a:endParaRPr lang="en-US" altLang="ko-KR" sz="1400" b="1" dirty="0">
                        <a:solidFill>
                          <a:sysClr val="windowText" lastClr="000000"/>
                        </a:solidFill>
                        <a:latin typeface="+mn-lt"/>
                        <a:ea typeface="+mj-ea"/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28272657"/>
                  </a:ext>
                </a:extLst>
              </a:tr>
              <a:tr h="474215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1400" b="1" dirty="0">
                          <a:solidFill>
                            <a:sysClr val="windowText" lastClr="000000"/>
                          </a:solidFill>
                          <a:latin typeface="+mn-lt"/>
                          <a:ea typeface="+mj-ea"/>
                        </a:rPr>
                        <a:t>06.  </a:t>
                      </a:r>
                      <a:r>
                        <a:rPr lang="ko-KR" altLang="en-US" sz="1400" b="1" dirty="0">
                          <a:solidFill>
                            <a:sysClr val="windowText" lastClr="000000"/>
                          </a:solidFill>
                          <a:latin typeface="+mn-lt"/>
                          <a:ea typeface="+mj-ea"/>
                        </a:rPr>
                        <a:t>조직도</a:t>
                      </a:r>
                      <a:endParaRPr lang="ko-KR" altLang="en-US" sz="1400" b="1" i="0" u="none" strike="noStrike" cap="none" dirty="0">
                        <a:solidFill>
                          <a:sysClr val="windowText" lastClr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72080598"/>
                  </a:ext>
                </a:extLst>
              </a:tr>
              <a:tr h="436067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b="1" dirty="0">
                          <a:solidFill>
                            <a:sysClr val="windowText" lastClr="000000"/>
                          </a:solidFill>
                          <a:latin typeface="+mn-lt"/>
                          <a:ea typeface="+mj-ea"/>
                        </a:rPr>
                        <a:t>07.  </a:t>
                      </a:r>
                      <a:r>
                        <a:rPr lang="ko-KR" altLang="en-US" sz="1400" b="1" dirty="0">
                          <a:solidFill>
                            <a:sysClr val="windowText" lastClr="000000"/>
                          </a:solidFill>
                          <a:latin typeface="+mn-lt"/>
                          <a:ea typeface="+mj-ea"/>
                        </a:rPr>
                        <a:t>자동화 사업</a:t>
                      </a:r>
                      <a:r>
                        <a:rPr lang="en-US" altLang="ko-KR" sz="1400" b="1" dirty="0">
                          <a:solidFill>
                            <a:sysClr val="windowText" lastClr="000000"/>
                          </a:solidFill>
                          <a:latin typeface="+mn-lt"/>
                          <a:ea typeface="+mj-ea"/>
                        </a:rPr>
                        <a:t>(TSP, F/A)</a:t>
                      </a:r>
                      <a:r>
                        <a:rPr lang="ko-KR" altLang="en-US" sz="1400" b="1" dirty="0">
                          <a:solidFill>
                            <a:sysClr val="windowText" lastClr="000000"/>
                          </a:solidFill>
                          <a:latin typeface="+mn-lt"/>
                          <a:ea typeface="+mj-ea"/>
                        </a:rPr>
                        <a:t> </a:t>
                      </a: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677692958"/>
                  </a:ext>
                </a:extLst>
              </a:tr>
              <a:tr h="436067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b="1" dirty="0">
                          <a:solidFill>
                            <a:sysClr val="windowText" lastClr="000000"/>
                          </a:solidFill>
                          <a:latin typeface="+mn-lt"/>
                          <a:ea typeface="+mj-ea"/>
                        </a:rPr>
                        <a:t>08.  OEM</a:t>
                      </a:r>
                      <a:r>
                        <a:rPr lang="en-US" altLang="ko-KR" sz="1400" b="1" baseline="0" dirty="0">
                          <a:solidFill>
                            <a:sysClr val="windowText" lastClr="000000"/>
                          </a:solidFill>
                          <a:latin typeface="+mn-lt"/>
                          <a:ea typeface="+mj-ea"/>
                        </a:rPr>
                        <a:t> </a:t>
                      </a:r>
                      <a:r>
                        <a:rPr lang="ko-KR" altLang="en-US" sz="1400" b="1" baseline="0" dirty="0">
                          <a:solidFill>
                            <a:sysClr val="windowText" lastClr="000000"/>
                          </a:solidFill>
                          <a:latin typeface="+mn-lt"/>
                          <a:ea typeface="+mj-ea"/>
                        </a:rPr>
                        <a:t>사업</a:t>
                      </a:r>
                      <a:endParaRPr lang="ko-KR" altLang="en-US" sz="1400" b="1" dirty="0">
                        <a:solidFill>
                          <a:sysClr val="windowText" lastClr="000000"/>
                        </a:solidFill>
                        <a:latin typeface="+mn-lt"/>
                        <a:ea typeface="+mj-ea"/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377171049"/>
                  </a:ext>
                </a:extLst>
              </a:tr>
              <a:tr h="537617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b="1" dirty="0">
                          <a:solidFill>
                            <a:sysClr val="windowText" lastClr="000000"/>
                          </a:solidFill>
                          <a:latin typeface="+mn-lt"/>
                          <a:ea typeface="+mj-ea"/>
                        </a:rPr>
                        <a:t>09. </a:t>
                      </a:r>
                      <a:r>
                        <a:rPr lang="ko-KR" altLang="en-US" sz="1400" b="1" dirty="0">
                          <a:solidFill>
                            <a:sysClr val="windowText" lastClr="000000"/>
                          </a:solidFill>
                          <a:latin typeface="+mn-lt"/>
                          <a:ea typeface="+mj-ea"/>
                        </a:rPr>
                        <a:t>제어 </a:t>
                      </a:r>
                      <a:r>
                        <a:rPr lang="en-US" altLang="ko-KR" sz="1400" b="1" dirty="0">
                          <a:solidFill>
                            <a:sysClr val="windowText" lastClr="000000"/>
                          </a:solidFill>
                          <a:latin typeface="+mn-lt"/>
                          <a:ea typeface="+mj-ea"/>
                        </a:rPr>
                        <a:t>SYSTEM </a:t>
                      </a:r>
                      <a:r>
                        <a:rPr lang="ko-KR" altLang="en-US" sz="1400" b="1" dirty="0">
                          <a:solidFill>
                            <a:sysClr val="windowText" lastClr="000000"/>
                          </a:solidFill>
                          <a:latin typeface="+mn-lt"/>
                          <a:ea typeface="+mj-ea"/>
                        </a:rPr>
                        <a:t>사업</a:t>
                      </a: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45040947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349710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6"/>
          <p:cNvSpPr txBox="1"/>
          <p:nvPr/>
        </p:nvSpPr>
        <p:spPr>
          <a:xfrm>
            <a:off x="3597275" y="1030287"/>
            <a:ext cx="1395300" cy="5284800"/>
          </a:xfrm>
          <a:prstGeom prst="rect">
            <a:avLst/>
          </a:prstGeom>
          <a:noFill/>
          <a:ln w="9525" cap="flat" cmpd="sng">
            <a:solidFill>
              <a:srgbClr val="A5A5A5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2002.03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2002. ~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2003. ~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2004. ~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2005. ~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2005.06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2005. ~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2006. ~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2007. ~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2008. ~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2009. ~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2010. ~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2011. ~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2012. ~</a:t>
            </a:r>
            <a:endParaRPr/>
          </a:p>
        </p:txBody>
      </p:sp>
      <p:sp>
        <p:nvSpPr>
          <p:cNvPr id="52" name="Google Shape;52;p6"/>
          <p:cNvSpPr txBox="1"/>
          <p:nvPr/>
        </p:nvSpPr>
        <p:spPr>
          <a:xfrm>
            <a:off x="4162425" y="1176337"/>
            <a:ext cx="2448000" cy="24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000"/>
              <a:buFont typeface="Arial"/>
              <a:buNone/>
            </a:pPr>
            <a:r>
              <a:rPr lang="en-US" sz="1000" b="0" i="0" u="none">
                <a:solidFill>
                  <a:srgbClr val="D9D9D9"/>
                </a:solidFill>
                <a:latin typeface="Arial"/>
                <a:ea typeface="Arial"/>
                <a:cs typeface="Arial"/>
                <a:sym typeface="Arial"/>
              </a:rPr>
              <a:t>●</a:t>
            </a:r>
            <a:r>
              <a:rPr lang="en-US"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㈜동원중량 회사설립</a:t>
            </a:r>
            <a:endParaRPr/>
          </a:p>
        </p:txBody>
      </p:sp>
      <p:sp>
        <p:nvSpPr>
          <p:cNvPr id="53" name="Google Shape;53;p6"/>
          <p:cNvSpPr txBox="1"/>
          <p:nvPr/>
        </p:nvSpPr>
        <p:spPr>
          <a:xfrm>
            <a:off x="4630737" y="1536700"/>
            <a:ext cx="3930600" cy="24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000"/>
              <a:buFont typeface="Arial"/>
              <a:buNone/>
            </a:pPr>
            <a:r>
              <a:rPr lang="en-US" sz="1000" b="0" i="0" u="none">
                <a:solidFill>
                  <a:srgbClr val="D9D9D9"/>
                </a:solidFill>
                <a:latin typeface="Arial"/>
                <a:ea typeface="Arial"/>
                <a:cs typeface="Arial"/>
                <a:sym typeface="Arial"/>
              </a:rPr>
              <a:t>●</a:t>
            </a:r>
            <a:r>
              <a:rPr lang="en-US"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삼성전자㈜ 기흥공장 설비이설 / 천안공장 5,6Line 설비이설</a:t>
            </a:r>
            <a:endParaRPr/>
          </a:p>
        </p:txBody>
      </p:sp>
      <p:sp>
        <p:nvSpPr>
          <p:cNvPr id="54" name="Google Shape;54;p6"/>
          <p:cNvSpPr txBox="1"/>
          <p:nvPr/>
        </p:nvSpPr>
        <p:spPr>
          <a:xfrm>
            <a:off x="4637087" y="1897062"/>
            <a:ext cx="3260700" cy="24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000"/>
              <a:buFont typeface="Arial"/>
              <a:buNone/>
            </a:pPr>
            <a:r>
              <a:rPr lang="en-US" sz="1000" b="0" i="0" u="none">
                <a:solidFill>
                  <a:srgbClr val="D9D9D9"/>
                </a:solidFill>
                <a:latin typeface="Arial"/>
                <a:ea typeface="Arial"/>
                <a:cs typeface="Arial"/>
                <a:sym typeface="Arial"/>
              </a:rPr>
              <a:t>●</a:t>
            </a:r>
            <a:r>
              <a:rPr lang="en-US"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삼성SDI㈜ 천안공장 설비이설</a:t>
            </a:r>
            <a:endParaRPr/>
          </a:p>
        </p:txBody>
      </p:sp>
      <p:sp>
        <p:nvSpPr>
          <p:cNvPr id="55" name="Google Shape;55;p6"/>
          <p:cNvSpPr txBox="1"/>
          <p:nvPr/>
        </p:nvSpPr>
        <p:spPr>
          <a:xfrm>
            <a:off x="4630737" y="2241550"/>
            <a:ext cx="4405200" cy="24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000"/>
              <a:buFont typeface="Arial"/>
              <a:buNone/>
            </a:pPr>
            <a:r>
              <a:rPr lang="en-US" sz="1000" b="0" i="0" u="none">
                <a:solidFill>
                  <a:srgbClr val="D9D9D9"/>
                </a:solidFill>
                <a:latin typeface="Arial"/>
                <a:ea typeface="Arial"/>
                <a:cs typeface="Arial"/>
                <a:sym typeface="Arial"/>
              </a:rPr>
              <a:t>●</a:t>
            </a:r>
            <a:r>
              <a:rPr lang="en-US"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삼성전자㈜ 아산공장 설비이설 / ㈜SFA 탕정T7 CELL물류Line 제작</a:t>
            </a:r>
            <a:endParaRPr/>
          </a:p>
        </p:txBody>
      </p:sp>
      <p:sp>
        <p:nvSpPr>
          <p:cNvPr id="56" name="Google Shape;56;p6"/>
          <p:cNvSpPr txBox="1"/>
          <p:nvPr/>
        </p:nvSpPr>
        <p:spPr>
          <a:xfrm>
            <a:off x="4638675" y="2994025"/>
            <a:ext cx="3844800" cy="24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000"/>
              <a:buFont typeface="Arial"/>
              <a:buNone/>
            </a:pPr>
            <a:r>
              <a:rPr lang="en-US" sz="1000" b="0" i="0" u="none">
                <a:solidFill>
                  <a:srgbClr val="D9D9D9"/>
                </a:solidFill>
                <a:latin typeface="Arial"/>
                <a:ea typeface="Arial"/>
                <a:cs typeface="Arial"/>
                <a:sym typeface="Arial"/>
              </a:rPr>
              <a:t>●</a:t>
            </a:r>
            <a:r>
              <a:rPr lang="en-US"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㈜동원중량에서 분사 → ㈜New Tech Engineering 설립 </a:t>
            </a:r>
            <a:endParaRPr/>
          </a:p>
        </p:txBody>
      </p:sp>
      <p:sp>
        <p:nvSpPr>
          <p:cNvPr id="57" name="Google Shape;57;p6"/>
          <p:cNvSpPr txBox="1"/>
          <p:nvPr/>
        </p:nvSpPr>
        <p:spPr>
          <a:xfrm>
            <a:off x="4594225" y="3716337"/>
            <a:ext cx="4333800" cy="24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000"/>
              <a:buFont typeface="Arial"/>
              <a:buNone/>
            </a:pPr>
            <a:r>
              <a:rPr lang="en-US" sz="1000" b="0" i="0" u="none">
                <a:solidFill>
                  <a:srgbClr val="D9D9D9"/>
                </a:solidFill>
                <a:latin typeface="Arial"/>
                <a:ea typeface="Arial"/>
                <a:cs typeface="Arial"/>
                <a:sym typeface="Arial"/>
              </a:rPr>
              <a:t> ● </a:t>
            </a:r>
            <a:r>
              <a:rPr lang="en-US"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삼성SDI㈜ / ㈜히타치 / ㈜SFA 설비이설,반입,반출,해체,조립,Set-Up</a:t>
            </a:r>
            <a:endParaRPr/>
          </a:p>
        </p:txBody>
      </p:sp>
      <p:sp>
        <p:nvSpPr>
          <p:cNvPr id="58" name="Google Shape;58;p6"/>
          <p:cNvSpPr txBox="1"/>
          <p:nvPr/>
        </p:nvSpPr>
        <p:spPr>
          <a:xfrm>
            <a:off x="4638675" y="3430587"/>
            <a:ext cx="3259200" cy="1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000"/>
              <a:buFont typeface="Arial"/>
              <a:buNone/>
            </a:pPr>
            <a:r>
              <a:rPr lang="en-US" sz="1000" b="0" i="0" u="none">
                <a:solidFill>
                  <a:srgbClr val="D9D9D9"/>
                </a:solidFill>
                <a:latin typeface="Arial"/>
                <a:ea typeface="Arial"/>
                <a:cs typeface="Arial"/>
                <a:sym typeface="Arial"/>
              </a:rPr>
              <a:t>● </a:t>
            </a:r>
            <a:r>
              <a:rPr lang="en-US"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㈜히타치 / ㈜이누마 / 삼성SDI㈜ 협력업체등록</a:t>
            </a:r>
            <a:endParaRPr/>
          </a:p>
        </p:txBody>
      </p:sp>
      <p:sp>
        <p:nvSpPr>
          <p:cNvPr id="59" name="Google Shape;59;p6"/>
          <p:cNvSpPr txBox="1"/>
          <p:nvPr/>
        </p:nvSpPr>
        <p:spPr>
          <a:xfrm>
            <a:off x="4640262" y="2609850"/>
            <a:ext cx="4395900" cy="24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000"/>
              <a:buFont typeface="Arial"/>
              <a:buNone/>
            </a:pPr>
            <a:r>
              <a:rPr lang="en-US" sz="1000" b="0" i="0" u="none">
                <a:solidFill>
                  <a:srgbClr val="D9D9D9"/>
                </a:solidFill>
                <a:latin typeface="Arial"/>
                <a:ea typeface="Arial"/>
                <a:cs typeface="Arial"/>
                <a:sym typeface="Arial"/>
              </a:rPr>
              <a:t>● </a:t>
            </a:r>
            <a:r>
              <a:rPr lang="en-US"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㈜태성기연 LCD Cell 물류Line 제작 / ㈜SCP Cell그라인딩기 제작</a:t>
            </a:r>
            <a:endParaRPr/>
          </a:p>
        </p:txBody>
      </p:sp>
      <p:sp>
        <p:nvSpPr>
          <p:cNvPr id="60" name="Google Shape;60;p6"/>
          <p:cNvSpPr txBox="1"/>
          <p:nvPr/>
        </p:nvSpPr>
        <p:spPr>
          <a:xfrm>
            <a:off x="4630737" y="4160837"/>
            <a:ext cx="3781500" cy="1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000"/>
              <a:buFont typeface="Arial"/>
              <a:buNone/>
            </a:pPr>
            <a:r>
              <a:rPr lang="en-US" sz="1000" b="0" i="0" u="none">
                <a:solidFill>
                  <a:srgbClr val="D9D9D9"/>
                </a:solidFill>
                <a:latin typeface="Arial"/>
                <a:ea typeface="Arial"/>
                <a:cs typeface="Arial"/>
                <a:sym typeface="Arial"/>
              </a:rPr>
              <a:t>● </a:t>
            </a:r>
            <a:r>
              <a:rPr lang="en-US"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㈜에버테크노 LCD Cell물류장비 제작</a:t>
            </a:r>
            <a:endParaRPr/>
          </a:p>
        </p:txBody>
      </p:sp>
      <p:sp>
        <p:nvSpPr>
          <p:cNvPr id="61" name="Google Shape;61;p6"/>
          <p:cNvSpPr txBox="1"/>
          <p:nvPr/>
        </p:nvSpPr>
        <p:spPr>
          <a:xfrm>
            <a:off x="4437062" y="4452937"/>
            <a:ext cx="2070000" cy="24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000"/>
              <a:buFont typeface="Arial"/>
              <a:buNone/>
            </a:pPr>
            <a:r>
              <a:rPr lang="en-US" sz="1000" b="0" i="0" u="none">
                <a:solidFill>
                  <a:srgbClr val="D9D9D9"/>
                </a:solidFill>
                <a:latin typeface="Arial"/>
                <a:ea typeface="Arial"/>
                <a:cs typeface="Arial"/>
                <a:sym typeface="Arial"/>
              </a:rPr>
              <a:t>● </a:t>
            </a:r>
            <a:r>
              <a:rPr lang="en-US"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㈜SCP BOD Line 장비 제작</a:t>
            </a:r>
            <a:endParaRPr/>
          </a:p>
        </p:txBody>
      </p:sp>
      <p:sp>
        <p:nvSpPr>
          <p:cNvPr id="62" name="Google Shape;62;p6"/>
          <p:cNvSpPr txBox="1"/>
          <p:nvPr/>
        </p:nvSpPr>
        <p:spPr>
          <a:xfrm>
            <a:off x="4632325" y="4822825"/>
            <a:ext cx="3972000" cy="24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000"/>
              <a:buFont typeface="Arial"/>
              <a:buNone/>
            </a:pPr>
            <a:r>
              <a:rPr lang="en-US" sz="1000" b="0" i="0" u="none">
                <a:solidFill>
                  <a:srgbClr val="D9D9D9"/>
                </a:solidFill>
                <a:latin typeface="Arial"/>
                <a:ea typeface="Arial"/>
                <a:cs typeface="Arial"/>
                <a:sym typeface="Arial"/>
              </a:rPr>
              <a:t>●</a:t>
            </a:r>
            <a:r>
              <a:rPr lang="en-US"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삼성전자㈜ T7,T8 Line 1년 C/S업무체결 / ㈜DIT 노광기 개조</a:t>
            </a:r>
            <a:endParaRPr/>
          </a:p>
        </p:txBody>
      </p:sp>
      <p:sp>
        <p:nvSpPr>
          <p:cNvPr id="63" name="Google Shape;63;p6"/>
          <p:cNvSpPr txBox="1"/>
          <p:nvPr/>
        </p:nvSpPr>
        <p:spPr>
          <a:xfrm>
            <a:off x="4660900" y="5172075"/>
            <a:ext cx="2381100" cy="24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000"/>
              <a:buFont typeface="Arial"/>
              <a:buNone/>
            </a:pPr>
            <a:r>
              <a:rPr lang="en-US" sz="1000" b="0" i="0" u="none">
                <a:solidFill>
                  <a:srgbClr val="D9D9D9"/>
                </a:solidFill>
                <a:latin typeface="Arial"/>
                <a:ea typeface="Arial"/>
                <a:cs typeface="Arial"/>
                <a:sym typeface="Arial"/>
              </a:rPr>
              <a:t>● </a:t>
            </a:r>
            <a:r>
              <a:rPr lang="en-US"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㈜태진에프티 화성S3 PUMP 설치</a:t>
            </a:r>
            <a:endParaRPr/>
          </a:p>
        </p:txBody>
      </p:sp>
      <p:sp>
        <p:nvSpPr>
          <p:cNvPr id="64" name="Google Shape;64;p6"/>
          <p:cNvSpPr txBox="1"/>
          <p:nvPr/>
        </p:nvSpPr>
        <p:spPr>
          <a:xfrm>
            <a:off x="4660900" y="5559425"/>
            <a:ext cx="2895600" cy="24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000"/>
              <a:buFont typeface="Arial"/>
              <a:buNone/>
            </a:pPr>
            <a:r>
              <a:rPr lang="en-US" sz="1000" b="0" i="0" u="none">
                <a:solidFill>
                  <a:srgbClr val="D9D9D9"/>
                </a:solidFill>
                <a:latin typeface="Arial"/>
                <a:ea typeface="Arial"/>
                <a:cs typeface="Arial"/>
                <a:sym typeface="Arial"/>
              </a:rPr>
              <a:t>● </a:t>
            </a:r>
            <a:r>
              <a:rPr lang="en-US"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㈜M&amp;N 화성S3 VOC Location 설치</a:t>
            </a:r>
            <a:endParaRPr/>
          </a:p>
        </p:txBody>
      </p:sp>
      <p:sp>
        <p:nvSpPr>
          <p:cNvPr id="65" name="Google Shape;65;p6"/>
          <p:cNvSpPr txBox="1"/>
          <p:nvPr/>
        </p:nvSpPr>
        <p:spPr>
          <a:xfrm>
            <a:off x="4648200" y="5919787"/>
            <a:ext cx="3201900" cy="24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000"/>
              <a:buFont typeface="Arial"/>
              <a:buNone/>
            </a:pPr>
            <a:r>
              <a:rPr lang="en-US" sz="1000" b="0" i="0" u="none">
                <a:solidFill>
                  <a:srgbClr val="D9D9D9"/>
                </a:solidFill>
                <a:latin typeface="Arial"/>
                <a:ea typeface="Arial"/>
                <a:cs typeface="Arial"/>
                <a:sym typeface="Arial"/>
              </a:rPr>
              <a:t>● </a:t>
            </a:r>
            <a:r>
              <a:rPr lang="en-US"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하이닉스㈜ 이천 STI 설비이설</a:t>
            </a:r>
            <a:endParaRPr/>
          </a:p>
        </p:txBody>
      </p:sp>
      <p:sp>
        <p:nvSpPr>
          <p:cNvPr id="66" name="Google Shape;66;p6"/>
          <p:cNvSpPr txBox="1">
            <a:spLocks noGrp="1"/>
          </p:cNvSpPr>
          <p:nvPr>
            <p:ph type="body" idx="4294967295"/>
          </p:nvPr>
        </p:nvSpPr>
        <p:spPr>
          <a:xfrm>
            <a:off x="85725" y="231775"/>
            <a:ext cx="6656400" cy="50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2. </a:t>
            </a:r>
            <a:r>
              <a:rPr lang="en-US" sz="2400" b="1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회사</a:t>
            </a:r>
            <a:r>
              <a:rPr lang="en-US" sz="24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 b="1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연혁</a:t>
            </a:r>
            <a:r>
              <a:rPr lang="en-US" sz="24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6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(1)</a:t>
            </a:r>
            <a:endParaRPr sz="1600" b="1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" name="Google Shape;67;p6"/>
          <p:cNvSpPr/>
          <p:nvPr/>
        </p:nvSpPr>
        <p:spPr>
          <a:xfrm>
            <a:off x="379412" y="1978195"/>
            <a:ext cx="3097200" cy="29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2400"/>
              <a:buFont typeface="Arial"/>
              <a:buNone/>
            </a:pPr>
            <a:r>
              <a:rPr lang="en-US" sz="2400" b="1" i="0" u="none" strike="noStrike" cap="none" dirty="0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New Start </a:t>
            </a:r>
            <a:r>
              <a:rPr lang="en-US" sz="24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dirty="0"/>
          </a:p>
          <a:p>
            <a:pPr marL="0" marR="0" lvl="0" indent="0" algn="just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 sz="1400" b="1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초심을</a:t>
            </a:r>
            <a:r>
              <a:rPr lang="en-US" sz="14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400" b="1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잃지</a:t>
            </a:r>
            <a:r>
              <a:rPr lang="en-US" sz="14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400" b="1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않는다</a:t>
            </a:r>
            <a:r>
              <a:rPr lang="en-US" sz="14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dirty="0"/>
          </a:p>
          <a:p>
            <a:pPr marL="0" marR="0" lvl="0" indent="0" algn="just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 sz="14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dirty="0"/>
          </a:p>
          <a:p>
            <a:pPr marL="0" marR="0" lvl="0" indent="0" algn="just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2400"/>
              <a:buFont typeface="Arial"/>
              <a:buNone/>
            </a:pPr>
            <a:r>
              <a:rPr lang="en-US" sz="2400" b="1" i="0" u="none" strike="noStrike" cap="none" dirty="0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New Challenge  </a:t>
            </a:r>
            <a:endParaRPr dirty="0"/>
          </a:p>
          <a:p>
            <a:pPr marL="0" marR="0" lvl="0" indent="0" algn="just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 sz="1400" b="1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새로운</a:t>
            </a:r>
            <a:r>
              <a:rPr lang="en-US" sz="14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400" b="1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도전을</a:t>
            </a:r>
            <a:r>
              <a:rPr lang="en-US" sz="14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400" b="1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두려워</a:t>
            </a:r>
            <a:r>
              <a:rPr lang="en-US" sz="14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400" b="1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하지</a:t>
            </a:r>
            <a:r>
              <a:rPr lang="en-US" sz="14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400" b="1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않는다</a:t>
            </a:r>
            <a:r>
              <a:rPr lang="en-US" sz="14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dirty="0"/>
          </a:p>
          <a:p>
            <a:pPr marL="0" marR="0" lvl="0" indent="0" algn="just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sz="1400" b="1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2400"/>
              <a:buFont typeface="Arial"/>
              <a:buNone/>
            </a:pPr>
            <a:r>
              <a:rPr lang="en-US" sz="2400" b="1" i="0" u="none" strike="noStrike" cap="none" dirty="0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New Idea  </a:t>
            </a:r>
            <a:endParaRPr dirty="0"/>
          </a:p>
          <a:p>
            <a:pPr marL="0" marR="0" lvl="0" indent="0" algn="just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 sz="1400" b="1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항시</a:t>
            </a:r>
            <a:r>
              <a:rPr lang="en-US" sz="14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400" b="1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생각하고</a:t>
            </a:r>
            <a:r>
              <a:rPr lang="en-US" sz="14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1400" b="1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즉시</a:t>
            </a:r>
            <a:r>
              <a:rPr lang="en-US" sz="14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400" b="1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실천</a:t>
            </a:r>
            <a:r>
              <a:rPr lang="en-US" sz="14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400" b="1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한다</a:t>
            </a:r>
            <a:r>
              <a:rPr lang="en-US" sz="14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7"/>
          <p:cNvSpPr txBox="1"/>
          <p:nvPr/>
        </p:nvSpPr>
        <p:spPr>
          <a:xfrm>
            <a:off x="3593042" y="2244724"/>
            <a:ext cx="1395300" cy="2700300"/>
          </a:xfrm>
          <a:prstGeom prst="rect">
            <a:avLst/>
          </a:prstGeom>
          <a:noFill/>
          <a:ln w="9525" cap="flat" cmpd="sng">
            <a:solidFill>
              <a:srgbClr val="A5A5A5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16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2013. ~</a:t>
            </a:r>
            <a:endParaRPr sz="1600" b="1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16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2014.02</a:t>
            </a:r>
            <a:endParaRPr dirty="0"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16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2014. ~</a:t>
            </a:r>
            <a:endParaRPr dirty="0"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16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2015. ~</a:t>
            </a:r>
            <a:endParaRPr dirty="0"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16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2016. ~</a:t>
            </a:r>
            <a:endParaRPr dirty="0"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16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2017. ~</a:t>
            </a:r>
            <a:endParaRPr dirty="0"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16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2018. ~</a:t>
            </a:r>
            <a:endParaRPr dirty="0"/>
          </a:p>
        </p:txBody>
      </p:sp>
      <p:sp>
        <p:nvSpPr>
          <p:cNvPr id="76" name="Google Shape;76;p7"/>
          <p:cNvSpPr txBox="1"/>
          <p:nvPr/>
        </p:nvSpPr>
        <p:spPr>
          <a:xfrm>
            <a:off x="4479029" y="2510612"/>
            <a:ext cx="2448000" cy="24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000"/>
              <a:buFont typeface="Arial"/>
              <a:buNone/>
            </a:pPr>
            <a:r>
              <a:rPr lang="en-US" sz="1000" b="0" i="0" u="none" dirty="0">
                <a:solidFill>
                  <a:srgbClr val="D9D9D9"/>
                </a:solidFill>
                <a:latin typeface="Arial"/>
                <a:ea typeface="Arial"/>
                <a:cs typeface="Arial"/>
                <a:sym typeface="Arial"/>
              </a:rPr>
              <a:t>●</a:t>
            </a:r>
            <a:r>
              <a:rPr lang="en-US" sz="1000" b="0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㈜</a:t>
            </a:r>
            <a:r>
              <a:rPr lang="en-US" sz="1000" b="0" i="0" u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동원엔지니어링으로</a:t>
            </a:r>
            <a:r>
              <a:rPr lang="en-US" sz="1000" b="0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000" b="0" i="0" u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사명</a:t>
            </a:r>
            <a:r>
              <a:rPr lang="en-US" sz="1000" b="0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000" b="0" i="0" u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변경</a:t>
            </a:r>
            <a:r>
              <a:rPr lang="en-US" sz="1000" b="0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dirty="0"/>
          </a:p>
        </p:txBody>
      </p:sp>
      <p:sp>
        <p:nvSpPr>
          <p:cNvPr id="77" name="Google Shape;77;p7"/>
          <p:cNvSpPr txBox="1"/>
          <p:nvPr/>
        </p:nvSpPr>
        <p:spPr>
          <a:xfrm>
            <a:off x="4616625" y="2751150"/>
            <a:ext cx="4370400" cy="24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000"/>
              <a:buFont typeface="Arial"/>
              <a:buNone/>
            </a:pPr>
            <a:r>
              <a:rPr lang="en-US" sz="1000" b="0" i="0" u="none" dirty="0">
                <a:solidFill>
                  <a:srgbClr val="D9D9D9"/>
                </a:solidFill>
                <a:latin typeface="Arial"/>
                <a:ea typeface="Arial"/>
                <a:cs typeface="Arial"/>
                <a:sym typeface="Arial"/>
              </a:rPr>
              <a:t>●</a:t>
            </a:r>
            <a:r>
              <a:rPr lang="en-US" sz="1000" b="0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㈜</a:t>
            </a:r>
            <a:r>
              <a:rPr lang="en-US" sz="1000" b="0" i="0" u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태진에프티</a:t>
            </a:r>
            <a:r>
              <a:rPr lang="en-US" sz="1000" b="0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000" b="0" i="0" u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장비</a:t>
            </a:r>
            <a:r>
              <a:rPr lang="en-US" sz="1000" b="0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000" b="0" i="0" u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개조</a:t>
            </a:r>
            <a:r>
              <a:rPr lang="en-US" sz="1000" b="0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및 </a:t>
            </a:r>
            <a:r>
              <a:rPr lang="en-US" sz="1000" b="0" i="0" u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설비이설</a:t>
            </a:r>
            <a:r>
              <a:rPr lang="en-US" sz="1000" b="0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/ ㈜ELK </a:t>
            </a:r>
            <a:r>
              <a:rPr lang="en-US" sz="1000" b="0" i="0" u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웨어러블Lami</a:t>
            </a:r>
            <a:r>
              <a:rPr lang="en-US" sz="1000" b="0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000" b="0" i="0" u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장비</a:t>
            </a:r>
            <a:r>
              <a:rPr lang="en-US" sz="1000" b="0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000" b="0" i="0" u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제작</a:t>
            </a:r>
            <a:endParaRPr dirty="0"/>
          </a:p>
        </p:txBody>
      </p:sp>
      <p:sp>
        <p:nvSpPr>
          <p:cNvPr id="78" name="Google Shape;78;p7"/>
          <p:cNvSpPr txBox="1"/>
          <p:nvPr/>
        </p:nvSpPr>
        <p:spPr>
          <a:xfrm>
            <a:off x="4638675" y="3111512"/>
            <a:ext cx="3260700" cy="24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000"/>
              <a:buFont typeface="Arial"/>
              <a:buNone/>
            </a:pPr>
            <a:r>
              <a:rPr lang="en-US" sz="1000" b="0" i="0" u="none">
                <a:solidFill>
                  <a:srgbClr val="D9D9D9"/>
                </a:solidFill>
                <a:latin typeface="Arial"/>
                <a:ea typeface="Arial"/>
                <a:cs typeface="Arial"/>
                <a:sym typeface="Arial"/>
              </a:rPr>
              <a:t>●</a:t>
            </a:r>
            <a:r>
              <a:rPr lang="en-US"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㈜태성기연 ITO DEPO TURN OVER 제작 / ㈜D사 </a:t>
            </a:r>
            <a:endParaRPr/>
          </a:p>
        </p:txBody>
      </p:sp>
      <p:sp>
        <p:nvSpPr>
          <p:cNvPr id="79" name="Google Shape;79;p7"/>
          <p:cNvSpPr txBox="1"/>
          <p:nvPr/>
        </p:nvSpPr>
        <p:spPr>
          <a:xfrm>
            <a:off x="4586475" y="3471874"/>
            <a:ext cx="4405200" cy="24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000"/>
              <a:buFont typeface="Arial"/>
              <a:buNone/>
            </a:pPr>
            <a:r>
              <a:rPr lang="en-US" sz="1000" b="0" i="0" u="none" dirty="0">
                <a:solidFill>
                  <a:srgbClr val="D9D9D9"/>
                </a:solidFill>
                <a:latin typeface="Arial"/>
                <a:ea typeface="Arial"/>
                <a:cs typeface="Arial"/>
                <a:sym typeface="Arial"/>
              </a:rPr>
              <a:t>●</a:t>
            </a:r>
            <a:r>
              <a:rPr lang="en-US" sz="1000" b="0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㈜HNT T7-1 SW Back-Up </a:t>
            </a:r>
            <a:r>
              <a:rPr lang="en-US" sz="1000" b="0" i="0" u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공사</a:t>
            </a:r>
            <a:r>
              <a:rPr lang="en-US" sz="1000" b="0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/ ㈜ELK </a:t>
            </a:r>
            <a:r>
              <a:rPr lang="en-US" sz="1000" b="0" i="0" u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배트남공장</a:t>
            </a:r>
            <a:r>
              <a:rPr lang="en-US" sz="1000" b="0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000" b="0" i="0" u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설비이설</a:t>
            </a:r>
            <a:endParaRPr dirty="0"/>
          </a:p>
        </p:txBody>
      </p:sp>
      <p:sp>
        <p:nvSpPr>
          <p:cNvPr id="80" name="Google Shape;80;p7"/>
          <p:cNvSpPr txBox="1"/>
          <p:nvPr/>
        </p:nvSpPr>
        <p:spPr>
          <a:xfrm>
            <a:off x="4591125" y="4237178"/>
            <a:ext cx="3844800" cy="707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000"/>
              <a:buFont typeface="Arial"/>
              <a:buNone/>
            </a:pPr>
            <a:r>
              <a:rPr lang="en-US" sz="1000" b="0" i="0" u="none" dirty="0">
                <a:solidFill>
                  <a:srgbClr val="D9D9D9"/>
                </a:solidFill>
                <a:latin typeface="Arial"/>
                <a:ea typeface="Arial"/>
                <a:cs typeface="Arial"/>
                <a:sym typeface="Arial"/>
              </a:rPr>
              <a:t>●</a:t>
            </a:r>
            <a:r>
              <a:rPr lang="en-US" sz="1000" b="0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P10A </a:t>
            </a:r>
            <a:r>
              <a:rPr lang="en-US" sz="1000" b="0" i="0" u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합착기</a:t>
            </a:r>
            <a:r>
              <a:rPr lang="en-US" sz="1000" b="0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000" b="0" i="0" u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전장제어</a:t>
            </a:r>
            <a:r>
              <a:rPr lang="en-US" sz="1000" b="0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및 </a:t>
            </a:r>
            <a:r>
              <a:rPr lang="en-US" sz="1000" b="0" i="0" u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트레이</a:t>
            </a:r>
            <a:r>
              <a:rPr lang="en-US" sz="1000" b="0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000" b="0" i="0" u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배관공사</a:t>
            </a:r>
            <a:endParaRPr lang="en-US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000"/>
              <a:buFont typeface="Arial"/>
              <a:buNone/>
            </a:pPr>
            <a:endParaRPr lang="en-US" sz="1000" b="0" i="0" u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>
              <a:buClr>
                <a:srgbClr val="D9D9D9"/>
              </a:buClr>
              <a:buSzPts val="1000"/>
            </a:pPr>
            <a:r>
              <a:rPr lang="en-US" altLang="ko-KR" sz="1000" dirty="0">
                <a:solidFill>
                  <a:srgbClr val="D9D9D9"/>
                </a:solidFill>
              </a:rPr>
              <a:t>●</a:t>
            </a:r>
            <a:r>
              <a:rPr lang="en-US" altLang="ko-KR" sz="1000" dirty="0">
                <a:solidFill>
                  <a:schemeClr val="dk1"/>
                </a:solidFill>
              </a:rPr>
              <a:t>  2</a:t>
            </a:r>
            <a:r>
              <a:rPr lang="ko-KR" altLang="en-US" sz="1000" dirty="0" err="1">
                <a:solidFill>
                  <a:schemeClr val="dk1"/>
                </a:solidFill>
              </a:rPr>
              <a:t>차전지용</a:t>
            </a:r>
            <a:r>
              <a:rPr lang="ko-KR" altLang="en-US" sz="1000" dirty="0">
                <a:solidFill>
                  <a:schemeClr val="dk1"/>
                </a:solidFill>
              </a:rPr>
              <a:t> </a:t>
            </a:r>
            <a:r>
              <a:rPr lang="en-US" altLang="ko-KR" sz="1000" dirty="0">
                <a:solidFill>
                  <a:schemeClr val="dk1"/>
                </a:solidFill>
              </a:rPr>
              <a:t>NOTCHING/FOLDING</a:t>
            </a:r>
            <a:r>
              <a:rPr lang="ko-KR" altLang="en-US" sz="1000" dirty="0">
                <a:solidFill>
                  <a:schemeClr val="dk1"/>
                </a:solidFill>
              </a:rPr>
              <a:t> 장비 기구</a:t>
            </a:r>
            <a:r>
              <a:rPr lang="en-US" altLang="ko-KR" sz="1000" dirty="0">
                <a:solidFill>
                  <a:schemeClr val="dk1"/>
                </a:solidFill>
              </a:rPr>
              <a:t>/</a:t>
            </a:r>
            <a:r>
              <a:rPr lang="ko-KR" altLang="en-US" sz="1000" dirty="0" err="1">
                <a:solidFill>
                  <a:schemeClr val="dk1"/>
                </a:solidFill>
              </a:rPr>
              <a:t>전장공사</a:t>
            </a:r>
            <a:r>
              <a:rPr lang="ko-KR" altLang="en-US" sz="1000" dirty="0">
                <a:solidFill>
                  <a:schemeClr val="dk1"/>
                </a:solidFill>
              </a:rPr>
              <a:t> </a:t>
            </a:r>
            <a:endParaRPr lang="en-US" altLang="ko-KR" sz="1000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000"/>
              <a:buFont typeface="Arial"/>
              <a:buNone/>
            </a:pPr>
            <a:endParaRPr lang="en-US" sz="1000" b="0" i="0" u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7"/>
          <p:cNvSpPr txBox="1"/>
          <p:nvPr/>
        </p:nvSpPr>
        <p:spPr>
          <a:xfrm>
            <a:off x="4591125" y="3876816"/>
            <a:ext cx="4395900" cy="24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000"/>
              <a:buFont typeface="Arial"/>
              <a:buNone/>
            </a:pPr>
            <a:r>
              <a:rPr lang="en-US" sz="1000" b="0" i="0" u="none" dirty="0">
                <a:solidFill>
                  <a:srgbClr val="D9D9D9"/>
                </a:solidFill>
                <a:latin typeface="Arial"/>
                <a:ea typeface="Arial"/>
                <a:cs typeface="Arial"/>
                <a:sym typeface="Arial"/>
              </a:rPr>
              <a:t>● </a:t>
            </a:r>
            <a:r>
              <a:rPr lang="en-US" sz="1000" b="0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㈜</a:t>
            </a:r>
            <a:r>
              <a:rPr lang="en-US" sz="1000" b="0" i="0" u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두영시스템</a:t>
            </a:r>
            <a:r>
              <a:rPr lang="en-US" sz="1000" b="0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T7 </a:t>
            </a:r>
            <a:r>
              <a:rPr lang="en-US" sz="1000" b="0" i="0" u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트랙Line</a:t>
            </a:r>
            <a:r>
              <a:rPr lang="en-US" sz="1000" b="0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000" b="0" i="0" u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철거공사</a:t>
            </a:r>
            <a:r>
              <a:rPr lang="en-US" sz="1000" b="0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/ </a:t>
            </a:r>
            <a:r>
              <a:rPr lang="en-US" sz="1000" b="0" i="0" u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인베니아</a:t>
            </a:r>
            <a:r>
              <a:rPr lang="en-US" sz="1000" b="0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㈜ </a:t>
            </a:r>
            <a:r>
              <a:rPr lang="en-US" sz="1000" b="0" i="0" u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협력업체</a:t>
            </a:r>
            <a:r>
              <a:rPr lang="en-US" sz="1000" b="0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000" b="0" i="0" u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등록</a:t>
            </a:r>
            <a:endParaRPr dirty="0"/>
          </a:p>
        </p:txBody>
      </p:sp>
      <p:sp>
        <p:nvSpPr>
          <p:cNvPr id="82" name="Google Shape;82;p7"/>
          <p:cNvSpPr txBox="1">
            <a:spLocks noGrp="1"/>
          </p:cNvSpPr>
          <p:nvPr>
            <p:ph type="body" idx="4294967295"/>
          </p:nvPr>
        </p:nvSpPr>
        <p:spPr>
          <a:xfrm>
            <a:off x="85725" y="231775"/>
            <a:ext cx="6656400" cy="50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2. 회사 연혁 </a:t>
            </a:r>
            <a:r>
              <a:rPr lang="en-US"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(2)</a:t>
            </a:r>
            <a:endParaRPr sz="16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83;p7"/>
          <p:cNvSpPr/>
          <p:nvPr/>
        </p:nvSpPr>
        <p:spPr>
          <a:xfrm>
            <a:off x="358246" y="1884362"/>
            <a:ext cx="3097200" cy="29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2400"/>
              <a:buFont typeface="Arial"/>
              <a:buNone/>
            </a:pPr>
            <a:r>
              <a:rPr lang="en-US" sz="2400" b="1" i="0" u="none" strike="noStrike" cap="none" dirty="0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New Start </a:t>
            </a:r>
            <a:r>
              <a:rPr lang="en-US" sz="24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dirty="0"/>
          </a:p>
          <a:p>
            <a:pPr marL="0" marR="0" lvl="0" indent="0" algn="just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 sz="1400" b="1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초심을</a:t>
            </a:r>
            <a:r>
              <a:rPr lang="en-US" sz="14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400" b="1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잃지</a:t>
            </a:r>
            <a:r>
              <a:rPr lang="en-US" sz="14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400" b="1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않는다</a:t>
            </a:r>
            <a:r>
              <a:rPr lang="en-US" sz="14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dirty="0"/>
          </a:p>
          <a:p>
            <a:pPr marL="0" marR="0" lvl="0" indent="0" algn="just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 sz="14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dirty="0"/>
          </a:p>
          <a:p>
            <a:pPr marL="0" marR="0" lvl="0" indent="0" algn="just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2400"/>
              <a:buFont typeface="Arial"/>
              <a:buNone/>
            </a:pPr>
            <a:r>
              <a:rPr lang="en-US" sz="2400" b="1" i="0" u="none" strike="noStrike" cap="none" dirty="0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New Challenge  </a:t>
            </a:r>
            <a:endParaRPr dirty="0"/>
          </a:p>
          <a:p>
            <a:pPr marL="0" marR="0" lvl="0" indent="0" algn="just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 sz="1400" b="1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새로운</a:t>
            </a:r>
            <a:r>
              <a:rPr lang="en-US" sz="14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400" b="1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도전을</a:t>
            </a:r>
            <a:r>
              <a:rPr lang="en-US" sz="14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400" b="1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두려워</a:t>
            </a:r>
            <a:r>
              <a:rPr lang="en-US" sz="14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400" b="1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하지</a:t>
            </a:r>
            <a:r>
              <a:rPr lang="en-US" sz="14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400" b="1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않는다</a:t>
            </a:r>
            <a:r>
              <a:rPr lang="en-US" sz="14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dirty="0"/>
          </a:p>
          <a:p>
            <a:pPr marL="0" marR="0" lvl="0" indent="0" algn="just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sz="1400" b="1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2400"/>
              <a:buFont typeface="Arial"/>
              <a:buNone/>
            </a:pPr>
            <a:r>
              <a:rPr lang="en-US" sz="2400" b="1" i="0" u="none" strike="noStrike" cap="none" dirty="0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New Idea  </a:t>
            </a:r>
            <a:endParaRPr dirty="0"/>
          </a:p>
          <a:p>
            <a:pPr marL="0" marR="0" lvl="0" indent="0" algn="just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 sz="1400" b="1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항시</a:t>
            </a:r>
            <a:r>
              <a:rPr lang="en-US" sz="14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400" b="1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생각하고</a:t>
            </a:r>
            <a:r>
              <a:rPr lang="en-US" sz="14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1400" b="1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즉시</a:t>
            </a:r>
            <a:r>
              <a:rPr lang="en-US" sz="14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400" b="1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실천</a:t>
            </a:r>
            <a:r>
              <a:rPr lang="en-US" sz="14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400" b="1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한다</a:t>
            </a:r>
            <a:r>
              <a:rPr lang="en-US" sz="14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dirty="0"/>
          </a:p>
        </p:txBody>
      </p:sp>
      <p:sp>
        <p:nvSpPr>
          <p:cNvPr id="86" name="Google Shape;86;p7"/>
          <p:cNvSpPr txBox="1"/>
          <p:nvPr/>
        </p:nvSpPr>
        <p:spPr>
          <a:xfrm>
            <a:off x="4638675" y="2276426"/>
            <a:ext cx="3749700" cy="24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000"/>
              <a:buFont typeface="Arial"/>
              <a:buNone/>
            </a:pPr>
            <a:r>
              <a:rPr lang="en-US" sz="1000" b="0" i="0" u="none">
                <a:solidFill>
                  <a:srgbClr val="D9D9D9"/>
                </a:solidFill>
                <a:latin typeface="Arial"/>
                <a:ea typeface="Arial"/>
                <a:cs typeface="Arial"/>
                <a:sym typeface="Arial"/>
              </a:rPr>
              <a:t>● </a:t>
            </a:r>
            <a:r>
              <a:rPr lang="en-US"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삼성전자㈜ 탕정 PUMP 교체 및 냉각수 PUMP 이설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8"/>
          <p:cNvSpPr txBox="1">
            <a:spLocks noGrp="1"/>
          </p:cNvSpPr>
          <p:nvPr>
            <p:ph type="body" idx="4294967295"/>
          </p:nvPr>
        </p:nvSpPr>
        <p:spPr>
          <a:xfrm>
            <a:off x="85725" y="231775"/>
            <a:ext cx="6656400" cy="50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3. 사업 분야</a:t>
            </a:r>
            <a:endParaRPr/>
          </a:p>
        </p:txBody>
      </p:sp>
      <p:graphicFrame>
        <p:nvGraphicFramePr>
          <p:cNvPr id="23" name="다이어그램 22"/>
          <p:cNvGraphicFramePr/>
          <p:nvPr/>
        </p:nvGraphicFramePr>
        <p:xfrm>
          <a:off x="417600" y="928800"/>
          <a:ext cx="8301600" cy="5371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8"/>
          <p:cNvSpPr txBox="1">
            <a:spLocks noGrp="1"/>
          </p:cNvSpPr>
          <p:nvPr>
            <p:ph type="body" idx="4294967295"/>
          </p:nvPr>
        </p:nvSpPr>
        <p:spPr>
          <a:xfrm>
            <a:off x="85725" y="231775"/>
            <a:ext cx="6656400" cy="50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3. 사업 분야</a:t>
            </a:r>
            <a:endParaRPr/>
          </a:p>
        </p:txBody>
      </p:sp>
      <p:grpSp>
        <p:nvGrpSpPr>
          <p:cNvPr id="2" name="Google Shape;92;p8"/>
          <p:cNvGrpSpPr/>
          <p:nvPr/>
        </p:nvGrpSpPr>
        <p:grpSpPr>
          <a:xfrm>
            <a:off x="415738" y="1707325"/>
            <a:ext cx="978129" cy="937535"/>
            <a:chOff x="0" y="0"/>
            <a:chExt cx="2147483383" cy="2147483509"/>
          </a:xfrm>
        </p:grpSpPr>
        <p:sp>
          <p:nvSpPr>
            <p:cNvPr id="93" name="Google Shape;93;p8"/>
            <p:cNvSpPr/>
            <p:nvPr/>
          </p:nvSpPr>
          <p:spPr>
            <a:xfrm>
              <a:off x="-17" y="50"/>
              <a:ext cx="2147483647" cy="2147483647"/>
            </a:xfrm>
            <a:prstGeom prst="ellipse">
              <a:avLst/>
            </a:prstGeom>
            <a:solidFill>
              <a:srgbClr val="0000CC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" name="Google Shape;94;p8"/>
            <p:cNvSpPr/>
            <p:nvPr/>
          </p:nvSpPr>
          <p:spPr>
            <a:xfrm>
              <a:off x="150600932" y="155313101"/>
              <a:ext cx="1860537182" cy="1838862877"/>
            </a:xfrm>
            <a:prstGeom prst="ellipse">
              <a:avLst/>
            </a:prstGeom>
            <a:gradFill>
              <a:gsLst>
                <a:gs pos="0">
                  <a:srgbClr val="99CCFF"/>
                </a:gs>
                <a:gs pos="100000">
                  <a:srgbClr val="FFFFFF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" name="Google Shape;95;p8"/>
            <p:cNvSpPr txBox="1"/>
            <p:nvPr/>
          </p:nvSpPr>
          <p:spPr>
            <a:xfrm>
              <a:off x="262790442" y="424520643"/>
              <a:ext cx="1620438548" cy="141019685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Arial"/>
                <a:buNone/>
              </a:pPr>
              <a:r>
                <a:rPr lang="en-US" sz="1200" b="1" i="0" u="none" dirty="0" err="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자동화장비OEM</a:t>
              </a:r>
              <a:endParaRPr/>
            </a:p>
          </p:txBody>
        </p:sp>
      </p:grpSp>
      <p:grpSp>
        <p:nvGrpSpPr>
          <p:cNvPr id="3" name="Google Shape;100;p8"/>
          <p:cNvGrpSpPr/>
          <p:nvPr/>
        </p:nvGrpSpPr>
        <p:grpSpPr>
          <a:xfrm>
            <a:off x="382054" y="4681907"/>
            <a:ext cx="978129" cy="937535"/>
            <a:chOff x="0" y="0"/>
            <a:chExt cx="2147483383" cy="2147483509"/>
          </a:xfrm>
        </p:grpSpPr>
        <p:sp>
          <p:nvSpPr>
            <p:cNvPr id="101" name="Google Shape;101;p8"/>
            <p:cNvSpPr/>
            <p:nvPr/>
          </p:nvSpPr>
          <p:spPr>
            <a:xfrm>
              <a:off x="-17" y="50"/>
              <a:ext cx="2147483647" cy="2147483647"/>
            </a:xfrm>
            <a:prstGeom prst="ellipse">
              <a:avLst/>
            </a:prstGeom>
            <a:solidFill>
              <a:srgbClr val="0000CC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" name="Google Shape;102;p8"/>
            <p:cNvSpPr/>
            <p:nvPr/>
          </p:nvSpPr>
          <p:spPr>
            <a:xfrm>
              <a:off x="150600932" y="155313101"/>
              <a:ext cx="1860537182" cy="1838862877"/>
            </a:xfrm>
            <a:prstGeom prst="ellipse">
              <a:avLst/>
            </a:prstGeom>
            <a:gradFill>
              <a:gsLst>
                <a:gs pos="0">
                  <a:srgbClr val="99CCFF"/>
                </a:gs>
                <a:gs pos="100000">
                  <a:srgbClr val="FFFFFF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" name="Google Shape;103;p8"/>
            <p:cNvSpPr txBox="1"/>
            <p:nvPr/>
          </p:nvSpPr>
          <p:spPr>
            <a:xfrm>
              <a:off x="75394562" y="590314874"/>
              <a:ext cx="1960520319" cy="100728234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Arial"/>
                <a:buNone/>
              </a:pPr>
              <a:r>
                <a:rPr lang="en-US" sz="1200" b="1" i="0" u="none" dirty="0" err="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전장</a:t>
              </a:r>
              <a:r>
                <a:rPr lang="en-US" sz="1200" b="1" i="0" u="none" dirty="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/</a:t>
              </a:r>
              <a:r>
                <a:rPr lang="en-US" sz="1200" b="1" i="0" u="none" dirty="0" err="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제어</a:t>
              </a:r>
              <a:endParaRPr dirty="0"/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Arial"/>
                <a:buNone/>
              </a:pPr>
              <a:r>
                <a:rPr lang="en-US" sz="1200" b="1" i="0" u="none" dirty="0" err="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시스템</a:t>
              </a:r>
              <a:endParaRPr dirty="0"/>
            </a:p>
          </p:txBody>
        </p:sp>
      </p:grpSp>
      <p:sp>
        <p:nvSpPr>
          <p:cNvPr id="104" name="Google Shape;104;p8"/>
          <p:cNvSpPr/>
          <p:nvPr/>
        </p:nvSpPr>
        <p:spPr>
          <a:xfrm>
            <a:off x="1735666" y="4562524"/>
            <a:ext cx="2884500" cy="117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171450" marR="0" lvl="0" indent="-171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 sz="1200" b="1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전장</a:t>
            </a:r>
            <a:r>
              <a:rPr lang="en-US" sz="12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1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설계</a:t>
            </a:r>
            <a:r>
              <a:rPr lang="en-US" sz="12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/ </a:t>
            </a:r>
            <a:r>
              <a:rPr lang="en-US" sz="1200" b="1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제작</a:t>
            </a:r>
            <a:r>
              <a:rPr lang="en-US" sz="12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/ Set-Up</a:t>
            </a:r>
            <a:endParaRPr dirty="0"/>
          </a:p>
          <a:p>
            <a:pPr marL="171450" marR="0" lvl="0" indent="-171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 sz="1200" b="1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소프트웨어</a:t>
            </a:r>
            <a:r>
              <a:rPr lang="en-US" sz="12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1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프로그래밍</a:t>
            </a:r>
            <a:r>
              <a:rPr lang="en-US" sz="12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(PLC, PC)</a:t>
            </a:r>
            <a:endParaRPr dirty="0"/>
          </a:p>
          <a:p>
            <a:pPr marL="171450" marR="0" lvl="0" indent="-171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 sz="1200" b="1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시운전</a:t>
            </a:r>
            <a:endParaRPr sz="1200" b="1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71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 sz="1200" b="1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제어반</a:t>
            </a:r>
            <a:r>
              <a:rPr lang="en-US" sz="12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1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판금</a:t>
            </a:r>
            <a:r>
              <a:rPr lang="en-US" sz="12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1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제작</a:t>
            </a:r>
            <a:endParaRPr sz="1200" b="1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8"/>
          <p:cNvSpPr txBox="1"/>
          <p:nvPr/>
        </p:nvSpPr>
        <p:spPr>
          <a:xfrm>
            <a:off x="304800" y="873125"/>
            <a:ext cx="8534400" cy="30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●"/>
            </a:pPr>
            <a:r>
              <a:rPr lang="en-US" sz="14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반도체, FPD, OLED (클린룸, 모듈 공정), 2차 전지, 자동차 자동화 시스템</a:t>
            </a:r>
            <a:endParaRPr/>
          </a:p>
        </p:txBody>
      </p:sp>
      <p:grpSp>
        <p:nvGrpSpPr>
          <p:cNvPr id="4" name="Google Shape;106;p8"/>
          <p:cNvGrpSpPr/>
          <p:nvPr/>
        </p:nvGrpSpPr>
        <p:grpSpPr>
          <a:xfrm>
            <a:off x="4395800" y="1688275"/>
            <a:ext cx="3373441" cy="1214401"/>
            <a:chOff x="-505382767" y="-111086630"/>
            <a:chExt cx="2147483647" cy="2147483647"/>
          </a:xfrm>
        </p:grpSpPr>
        <p:pic>
          <p:nvPicPr>
            <p:cNvPr id="107" name="Google Shape;107;p8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-505382767" y="-1953017"/>
              <a:ext cx="739679681" cy="214748364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8" name="Google Shape;108;p8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430424123" y="-111086630"/>
              <a:ext cx="652384078" cy="213943958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9" name="Google Shape;109;p8" descr="21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1017701638" y="298289100"/>
              <a:ext cx="1423753126" cy="2147483647"/>
            </a:xfrm>
            <a:prstGeom prst="rect">
              <a:avLst/>
            </a:prstGeom>
            <a:noFill/>
            <a:ln>
              <a:noFill/>
            </a:ln>
            <a:effectLst>
              <a:outerShdw blurRad="63500" dist="53881" dir="2700000">
                <a:schemeClr val="lt1"/>
              </a:outerShdw>
            </a:effectLst>
          </p:spPr>
        </p:pic>
      </p:grpSp>
      <p:pic>
        <p:nvPicPr>
          <p:cNvPr id="110" name="Google Shape;110;p8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180934" y="3241153"/>
            <a:ext cx="2884500" cy="1572147"/>
          </a:xfrm>
          <a:prstGeom prst="rect">
            <a:avLst/>
          </a:prstGeom>
          <a:noFill/>
          <a:ln>
            <a:noFill/>
          </a:ln>
          <a:effectLst>
            <a:outerShdw blurRad="50800" dist="50800" dir="5400000" algn="ctr" rotWithShape="0">
              <a:srgbClr val="000000">
                <a:alpha val="49800"/>
              </a:srgbClr>
            </a:outerShdw>
            <a:softEdge rad="419100"/>
          </a:effectLst>
        </p:spPr>
      </p:pic>
      <p:pic>
        <p:nvPicPr>
          <p:cNvPr id="111" name="Google Shape;111;p8" descr="http://www.hites.co.kr/new/business/img/2_1.jp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986131" y="3379265"/>
            <a:ext cx="2124001" cy="1434035"/>
          </a:xfrm>
          <a:prstGeom prst="rect">
            <a:avLst/>
          </a:prstGeom>
          <a:noFill/>
          <a:ln>
            <a:noFill/>
          </a:ln>
          <a:effectLst>
            <a:outerShdw blurRad="63500" dist="38100" dir="5400000">
              <a:srgbClr val="000000">
                <a:alpha val="39610"/>
              </a:srgbClr>
            </a:outerShdw>
          </a:effectLst>
        </p:spPr>
      </p:pic>
      <p:sp>
        <p:nvSpPr>
          <p:cNvPr id="112" name="Google Shape;112;p8"/>
          <p:cNvSpPr/>
          <p:nvPr/>
        </p:nvSpPr>
        <p:spPr>
          <a:xfrm>
            <a:off x="1511300" y="1620837"/>
            <a:ext cx="2884500" cy="12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171450" marR="0" lvl="0" indent="-171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자동화장비 개조 및 OEM생산</a:t>
            </a:r>
            <a:endParaRPr sz="12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71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단동장비 제작 및 C/S관리</a:t>
            </a:r>
            <a:endParaRPr sz="12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71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기구/전장/프로그램/시운전</a:t>
            </a:r>
            <a:endParaRPr sz="12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71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장비 이설 / 반입,반출</a:t>
            </a:r>
            <a:endParaRPr sz="12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9" name="Google Shape;119;p8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395801" y="4943988"/>
            <a:ext cx="2094428" cy="1190683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8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742125" y="4964187"/>
            <a:ext cx="1158875" cy="930275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8"/>
          <p:cNvSpPr/>
          <p:nvPr/>
        </p:nvSpPr>
        <p:spPr>
          <a:xfrm>
            <a:off x="7857066" y="4906210"/>
            <a:ext cx="1365300" cy="10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171450" marR="0" lvl="0" indent="-171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</a:pPr>
            <a:r>
              <a:rPr lang="en-US" sz="10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Laser Cutter</a:t>
            </a:r>
            <a:endParaRPr dirty="0"/>
          </a:p>
          <a:p>
            <a:pPr marL="171450" marR="0" lvl="0" indent="-171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</a:pPr>
            <a:r>
              <a:rPr lang="en-US" sz="10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Laser Patterner</a:t>
            </a:r>
            <a:endParaRPr dirty="0"/>
          </a:p>
          <a:p>
            <a:pPr marL="171450" marR="0" lvl="0" indent="-171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</a:pPr>
            <a:r>
              <a:rPr lang="en-US" sz="10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Laser Welder</a:t>
            </a:r>
            <a:endParaRPr dirty="0"/>
          </a:p>
          <a:p>
            <a:pPr marL="171450" marR="0" lvl="0" indent="-171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</a:pPr>
            <a:r>
              <a:rPr lang="en-US" sz="10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Laser Maker</a:t>
            </a:r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9"/>
          <p:cNvSpPr/>
          <p:nvPr/>
        </p:nvSpPr>
        <p:spPr>
          <a:xfrm>
            <a:off x="152400" y="1592262"/>
            <a:ext cx="479400" cy="479400"/>
          </a:xfrm>
          <a:prstGeom prst="ellipse">
            <a:avLst/>
          </a:prstGeom>
          <a:solidFill>
            <a:srgbClr val="66CC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9"/>
          <p:cNvSpPr txBox="1">
            <a:spLocks noGrp="1"/>
          </p:cNvSpPr>
          <p:nvPr>
            <p:ph type="body" idx="4294967295"/>
          </p:nvPr>
        </p:nvSpPr>
        <p:spPr>
          <a:xfrm>
            <a:off x="85725" y="231775"/>
            <a:ext cx="6656400" cy="50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4. SWOT 분석</a:t>
            </a:r>
            <a:endParaRPr/>
          </a:p>
        </p:txBody>
      </p:sp>
      <p:sp>
        <p:nvSpPr>
          <p:cNvPr id="128" name="Google Shape;128;p9"/>
          <p:cNvSpPr/>
          <p:nvPr/>
        </p:nvSpPr>
        <p:spPr>
          <a:xfrm rot="10800000" flipH="1">
            <a:off x="3059112" y="1866900"/>
            <a:ext cx="1501775" cy="1562100"/>
          </a:xfrm>
          <a:custGeom>
            <a:avLst/>
            <a:gdLst/>
            <a:ahLst/>
            <a:cxnLst/>
            <a:rect l="l" t="t" r="r" b="b"/>
            <a:pathLst>
              <a:path w="1501775" h="1562100" extrusionOk="0">
                <a:moveTo>
                  <a:pt x="750888" y="0"/>
                </a:moveTo>
                <a:lnTo>
                  <a:pt x="1501775" y="0"/>
                </a:lnTo>
                <a:lnTo>
                  <a:pt x="1501775" y="811213"/>
                </a:lnTo>
                <a:lnTo>
                  <a:pt x="1501775" y="811213"/>
                </a:lnTo>
                <a:cubicBezTo>
                  <a:pt x="1501775" y="909818"/>
                  <a:pt x="1482351" y="1007465"/>
                  <a:pt x="1444617" y="1098565"/>
                </a:cubicBezTo>
                <a:cubicBezTo>
                  <a:pt x="1406882" y="1189665"/>
                  <a:pt x="1351569" y="1272446"/>
                  <a:pt x="1281844" y="1342170"/>
                </a:cubicBezTo>
                <a:cubicBezTo>
                  <a:pt x="1212120" y="1411895"/>
                  <a:pt x="1129339" y="1467208"/>
                  <a:pt x="1038239" y="1504943"/>
                </a:cubicBezTo>
                <a:cubicBezTo>
                  <a:pt x="947139" y="1542677"/>
                  <a:pt x="849492" y="1562101"/>
                  <a:pt x="750887" y="1562101"/>
                </a:cubicBezTo>
                <a:lnTo>
                  <a:pt x="0" y="1562100"/>
                </a:lnTo>
                <a:lnTo>
                  <a:pt x="0" y="750888"/>
                </a:lnTo>
                <a:lnTo>
                  <a:pt x="0" y="750888"/>
                </a:lnTo>
                <a:cubicBezTo>
                  <a:pt x="0" y="652282"/>
                  <a:pt x="19423" y="554635"/>
                  <a:pt x="57158" y="463535"/>
                </a:cubicBezTo>
                <a:cubicBezTo>
                  <a:pt x="94893" y="372435"/>
                  <a:pt x="150205" y="289654"/>
                  <a:pt x="219930" y="219930"/>
                </a:cubicBezTo>
                <a:cubicBezTo>
                  <a:pt x="289655" y="150205"/>
                  <a:pt x="372436" y="94893"/>
                  <a:pt x="463536" y="57158"/>
                </a:cubicBezTo>
                <a:cubicBezTo>
                  <a:pt x="554636" y="19423"/>
                  <a:pt x="652283" y="0"/>
                  <a:pt x="750889" y="1"/>
                </a:cubicBezTo>
                <a:close/>
              </a:path>
            </a:pathLst>
          </a:custGeom>
          <a:solidFill>
            <a:srgbClr val="66CC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9"/>
          <p:cNvSpPr/>
          <p:nvPr/>
        </p:nvSpPr>
        <p:spPr>
          <a:xfrm>
            <a:off x="4619625" y="1866900"/>
            <a:ext cx="1500188" cy="1562100"/>
          </a:xfrm>
          <a:custGeom>
            <a:avLst/>
            <a:gdLst/>
            <a:ahLst/>
            <a:cxnLst/>
            <a:rect l="l" t="t" r="r" b="b"/>
            <a:pathLst>
              <a:path w="1500188" h="1562100" extrusionOk="0">
                <a:moveTo>
                  <a:pt x="750094" y="0"/>
                </a:moveTo>
                <a:lnTo>
                  <a:pt x="1500188" y="0"/>
                </a:lnTo>
                <a:lnTo>
                  <a:pt x="1500188" y="812006"/>
                </a:lnTo>
                <a:lnTo>
                  <a:pt x="1500188" y="812006"/>
                </a:lnTo>
                <a:cubicBezTo>
                  <a:pt x="1500188" y="910507"/>
                  <a:pt x="1480785" y="1008051"/>
                  <a:pt x="1443090" y="1099054"/>
                </a:cubicBezTo>
                <a:cubicBezTo>
                  <a:pt x="1405395" y="1190058"/>
                  <a:pt x="1350141" y="1272751"/>
                  <a:pt x="1280490" y="1342402"/>
                </a:cubicBezTo>
                <a:cubicBezTo>
                  <a:pt x="1210839" y="1412053"/>
                  <a:pt x="1128146" y="1467307"/>
                  <a:pt x="1037142" y="1505002"/>
                </a:cubicBezTo>
                <a:cubicBezTo>
                  <a:pt x="946139" y="1542697"/>
                  <a:pt x="848595" y="1562100"/>
                  <a:pt x="750094" y="1562100"/>
                </a:cubicBezTo>
                <a:lnTo>
                  <a:pt x="0" y="1562100"/>
                </a:lnTo>
                <a:lnTo>
                  <a:pt x="0" y="750094"/>
                </a:lnTo>
                <a:lnTo>
                  <a:pt x="0" y="750094"/>
                </a:lnTo>
                <a:cubicBezTo>
                  <a:pt x="0" y="651592"/>
                  <a:pt x="19402" y="554048"/>
                  <a:pt x="57097" y="463045"/>
                </a:cubicBezTo>
                <a:cubicBezTo>
                  <a:pt x="94792" y="372042"/>
                  <a:pt x="150047" y="289348"/>
                  <a:pt x="219698" y="219697"/>
                </a:cubicBezTo>
                <a:cubicBezTo>
                  <a:pt x="289349" y="150046"/>
                  <a:pt x="372042" y="94792"/>
                  <a:pt x="463046" y="57098"/>
                </a:cubicBezTo>
                <a:cubicBezTo>
                  <a:pt x="554049" y="19403"/>
                  <a:pt x="651593" y="0"/>
                  <a:pt x="750095" y="1"/>
                </a:cubicBezTo>
                <a:close/>
              </a:path>
            </a:pathLst>
          </a:custGeom>
          <a:solidFill>
            <a:srgbClr val="FFCC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9"/>
          <p:cNvSpPr/>
          <p:nvPr/>
        </p:nvSpPr>
        <p:spPr>
          <a:xfrm rot="10800000">
            <a:off x="3059112" y="3500437"/>
            <a:ext cx="1501775" cy="1563687"/>
          </a:xfrm>
          <a:custGeom>
            <a:avLst/>
            <a:gdLst/>
            <a:ahLst/>
            <a:cxnLst/>
            <a:rect l="l" t="t" r="r" b="b"/>
            <a:pathLst>
              <a:path w="1501775" h="1563687" extrusionOk="0">
                <a:moveTo>
                  <a:pt x="750888" y="0"/>
                </a:moveTo>
                <a:lnTo>
                  <a:pt x="1501775" y="0"/>
                </a:lnTo>
                <a:lnTo>
                  <a:pt x="1501775" y="812800"/>
                </a:lnTo>
                <a:lnTo>
                  <a:pt x="1501775" y="812800"/>
                </a:lnTo>
                <a:cubicBezTo>
                  <a:pt x="1501775" y="911405"/>
                  <a:pt x="1482351" y="1009052"/>
                  <a:pt x="1444617" y="1100152"/>
                </a:cubicBezTo>
                <a:cubicBezTo>
                  <a:pt x="1406882" y="1191252"/>
                  <a:pt x="1351569" y="1274033"/>
                  <a:pt x="1281844" y="1343757"/>
                </a:cubicBezTo>
                <a:cubicBezTo>
                  <a:pt x="1212120" y="1413482"/>
                  <a:pt x="1129339" y="1468795"/>
                  <a:pt x="1038239" y="1506530"/>
                </a:cubicBezTo>
                <a:cubicBezTo>
                  <a:pt x="947139" y="1544264"/>
                  <a:pt x="849492" y="1563688"/>
                  <a:pt x="750887" y="1563688"/>
                </a:cubicBezTo>
                <a:lnTo>
                  <a:pt x="0" y="1563687"/>
                </a:lnTo>
                <a:lnTo>
                  <a:pt x="0" y="750888"/>
                </a:lnTo>
                <a:lnTo>
                  <a:pt x="0" y="750888"/>
                </a:lnTo>
                <a:cubicBezTo>
                  <a:pt x="0" y="652282"/>
                  <a:pt x="19423" y="554635"/>
                  <a:pt x="57158" y="463535"/>
                </a:cubicBezTo>
                <a:cubicBezTo>
                  <a:pt x="94893" y="372435"/>
                  <a:pt x="150205" y="289654"/>
                  <a:pt x="219930" y="219930"/>
                </a:cubicBezTo>
                <a:cubicBezTo>
                  <a:pt x="289655" y="150205"/>
                  <a:pt x="372436" y="94893"/>
                  <a:pt x="463536" y="57158"/>
                </a:cubicBezTo>
                <a:cubicBezTo>
                  <a:pt x="554636" y="19423"/>
                  <a:pt x="652283" y="0"/>
                  <a:pt x="750889" y="1"/>
                </a:cubicBezTo>
                <a:close/>
              </a:path>
            </a:pathLst>
          </a:custGeom>
          <a:solidFill>
            <a:srgbClr val="66FF9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9"/>
          <p:cNvSpPr/>
          <p:nvPr/>
        </p:nvSpPr>
        <p:spPr>
          <a:xfrm flipH="1">
            <a:off x="4619624" y="3500437"/>
            <a:ext cx="1500188" cy="1563687"/>
          </a:xfrm>
          <a:custGeom>
            <a:avLst/>
            <a:gdLst/>
            <a:ahLst/>
            <a:cxnLst/>
            <a:rect l="l" t="t" r="r" b="b"/>
            <a:pathLst>
              <a:path w="1500188" h="1563687" extrusionOk="0">
                <a:moveTo>
                  <a:pt x="750094" y="0"/>
                </a:moveTo>
                <a:lnTo>
                  <a:pt x="1500188" y="0"/>
                </a:lnTo>
                <a:lnTo>
                  <a:pt x="1500188" y="813593"/>
                </a:lnTo>
                <a:lnTo>
                  <a:pt x="1500188" y="813593"/>
                </a:lnTo>
                <a:cubicBezTo>
                  <a:pt x="1500188" y="912094"/>
                  <a:pt x="1480785" y="1009638"/>
                  <a:pt x="1443090" y="1100641"/>
                </a:cubicBezTo>
                <a:cubicBezTo>
                  <a:pt x="1405395" y="1191645"/>
                  <a:pt x="1350141" y="1274338"/>
                  <a:pt x="1280490" y="1343989"/>
                </a:cubicBezTo>
                <a:cubicBezTo>
                  <a:pt x="1210839" y="1413640"/>
                  <a:pt x="1128146" y="1468894"/>
                  <a:pt x="1037142" y="1506589"/>
                </a:cubicBezTo>
                <a:cubicBezTo>
                  <a:pt x="946139" y="1544284"/>
                  <a:pt x="848595" y="1563687"/>
                  <a:pt x="750094" y="1563687"/>
                </a:cubicBezTo>
                <a:lnTo>
                  <a:pt x="0" y="1563687"/>
                </a:lnTo>
                <a:lnTo>
                  <a:pt x="0" y="750094"/>
                </a:lnTo>
                <a:lnTo>
                  <a:pt x="0" y="750094"/>
                </a:lnTo>
                <a:cubicBezTo>
                  <a:pt x="0" y="651592"/>
                  <a:pt x="19402" y="554048"/>
                  <a:pt x="57097" y="463045"/>
                </a:cubicBezTo>
                <a:cubicBezTo>
                  <a:pt x="94792" y="372042"/>
                  <a:pt x="150047" y="289348"/>
                  <a:pt x="219698" y="219697"/>
                </a:cubicBezTo>
                <a:cubicBezTo>
                  <a:pt x="289349" y="150046"/>
                  <a:pt x="372042" y="94792"/>
                  <a:pt x="463046" y="57098"/>
                </a:cubicBezTo>
                <a:cubicBezTo>
                  <a:pt x="554049" y="19403"/>
                  <a:pt x="651593" y="0"/>
                  <a:pt x="750095" y="1"/>
                </a:cubicBezTo>
                <a:close/>
              </a:path>
            </a:pathLst>
          </a:custGeom>
          <a:solidFill>
            <a:srgbClr val="FFFF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9"/>
          <p:cNvSpPr txBox="1"/>
          <p:nvPr/>
        </p:nvSpPr>
        <p:spPr>
          <a:xfrm>
            <a:off x="3375025" y="1919287"/>
            <a:ext cx="798600" cy="14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3975" tIns="41975" rIns="83975" bIns="4197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None/>
            </a:pPr>
            <a:r>
              <a:rPr lang="en-US" sz="54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endParaRPr/>
          </a:p>
          <a:p>
            <a:pPr marL="0" marR="0" lvl="0" indent="0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 sz="12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Strength</a:t>
            </a:r>
            <a:endParaRPr/>
          </a:p>
          <a:p>
            <a:pPr marL="0" marR="0" lvl="0" indent="0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 sz="12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강점</a:t>
            </a:r>
            <a:endParaRPr/>
          </a:p>
        </p:txBody>
      </p:sp>
      <p:sp>
        <p:nvSpPr>
          <p:cNvPr id="133" name="Google Shape;133;p9"/>
          <p:cNvSpPr txBox="1"/>
          <p:nvPr/>
        </p:nvSpPr>
        <p:spPr>
          <a:xfrm>
            <a:off x="4867275" y="1919287"/>
            <a:ext cx="892200" cy="14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3975" tIns="41975" rIns="83975" bIns="4197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None/>
            </a:pPr>
            <a:r>
              <a:rPr lang="en-US" sz="54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</a:t>
            </a:r>
            <a:endParaRPr/>
          </a:p>
          <a:p>
            <a:pPr marL="0" marR="0" lvl="0" indent="0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 sz="12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Weakness</a:t>
            </a:r>
            <a:endParaRPr/>
          </a:p>
          <a:p>
            <a:pPr marL="0" marR="0" lvl="0" indent="0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 sz="12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약점</a:t>
            </a:r>
            <a:endParaRPr/>
          </a:p>
        </p:txBody>
      </p:sp>
      <p:sp>
        <p:nvSpPr>
          <p:cNvPr id="134" name="Google Shape;134;p9"/>
          <p:cNvSpPr txBox="1"/>
          <p:nvPr/>
        </p:nvSpPr>
        <p:spPr>
          <a:xfrm>
            <a:off x="3238500" y="3567112"/>
            <a:ext cx="1070100" cy="14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3975" tIns="41975" rIns="83975" bIns="4197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None/>
            </a:pPr>
            <a:r>
              <a:rPr lang="en-US" sz="54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</a:t>
            </a:r>
            <a:endParaRPr/>
          </a:p>
          <a:p>
            <a:pPr marL="0" marR="0" lvl="0" indent="0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 sz="12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Opportunity</a:t>
            </a:r>
            <a:endParaRPr/>
          </a:p>
          <a:p>
            <a:pPr marL="0" marR="0" lvl="0" indent="0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 sz="12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기회</a:t>
            </a:r>
            <a:endParaRPr/>
          </a:p>
        </p:txBody>
      </p:sp>
      <p:sp>
        <p:nvSpPr>
          <p:cNvPr id="135" name="Google Shape;135;p9"/>
          <p:cNvSpPr txBox="1"/>
          <p:nvPr/>
        </p:nvSpPr>
        <p:spPr>
          <a:xfrm>
            <a:off x="4994275" y="3567112"/>
            <a:ext cx="639900" cy="14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3975" tIns="41975" rIns="83975" bIns="4197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None/>
            </a:pPr>
            <a:r>
              <a:rPr lang="en-US" sz="54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endParaRPr/>
          </a:p>
          <a:p>
            <a:pPr marL="0" marR="0" lvl="0" indent="0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 sz="12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Threat</a:t>
            </a:r>
            <a:endParaRPr/>
          </a:p>
          <a:p>
            <a:pPr marL="0" marR="0" lvl="0" indent="0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 sz="12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위협</a:t>
            </a:r>
            <a:endParaRPr/>
          </a:p>
        </p:txBody>
      </p:sp>
      <p:sp>
        <p:nvSpPr>
          <p:cNvPr id="136" name="Google Shape;136;p9"/>
          <p:cNvSpPr/>
          <p:nvPr/>
        </p:nvSpPr>
        <p:spPr>
          <a:xfrm>
            <a:off x="6253162" y="1557337"/>
            <a:ext cx="479400" cy="477900"/>
          </a:xfrm>
          <a:prstGeom prst="ellipse">
            <a:avLst/>
          </a:prstGeom>
          <a:solidFill>
            <a:srgbClr val="FFCC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9"/>
          <p:cNvSpPr/>
          <p:nvPr/>
        </p:nvSpPr>
        <p:spPr>
          <a:xfrm>
            <a:off x="6253162" y="3567112"/>
            <a:ext cx="479400" cy="477900"/>
          </a:xfrm>
          <a:prstGeom prst="ellipse">
            <a:avLst/>
          </a:prstGeom>
          <a:solidFill>
            <a:srgbClr val="FFFF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8" name="Google Shape;138;p9" descr="채우기 없는 활짝 웃는 얼굴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2400" y="1592262"/>
            <a:ext cx="479425" cy="479425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9"/>
          <p:cNvSpPr/>
          <p:nvPr/>
        </p:nvSpPr>
        <p:spPr>
          <a:xfrm>
            <a:off x="144462" y="3644900"/>
            <a:ext cx="479400" cy="479400"/>
          </a:xfrm>
          <a:prstGeom prst="ellipse">
            <a:avLst/>
          </a:prstGeom>
          <a:solidFill>
            <a:srgbClr val="66FF9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0" name="Google Shape;140;p9" descr="채우기 없는 윙크하는 얼굴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42875" y="3644900"/>
            <a:ext cx="479425" cy="479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9" descr="채우기 없는 혼란스러운 얼굴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53162" y="1557337"/>
            <a:ext cx="479425" cy="477837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9" descr="채우기 없는 슬픈 얼굴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253162" y="3567112"/>
            <a:ext cx="479425" cy="477837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9"/>
          <p:cNvSpPr/>
          <p:nvPr/>
        </p:nvSpPr>
        <p:spPr>
          <a:xfrm>
            <a:off x="603250" y="1597025"/>
            <a:ext cx="2304900" cy="173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171450" marR="0" lvl="0" indent="-171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반도체/FPD/OLED/2차 전지</a:t>
            </a:r>
            <a:endParaRPr sz="12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71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Clean Room 환경 경험</a:t>
            </a:r>
            <a:endParaRPr sz="12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71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장비/자동화 Project 경험</a:t>
            </a:r>
            <a:endParaRPr sz="12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(분석,설계 ~ 현장 설치)</a:t>
            </a:r>
            <a:endParaRPr/>
          </a:p>
          <a:p>
            <a:pPr marL="171450" marR="0" lvl="0" indent="-171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관련 Infra 확보</a:t>
            </a:r>
            <a:endParaRPr sz="12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(레이져, Robot, Utility 등)</a:t>
            </a:r>
            <a:endParaRPr/>
          </a:p>
        </p:txBody>
      </p:sp>
      <p:sp>
        <p:nvSpPr>
          <p:cNvPr id="144" name="Google Shape;144;p9"/>
          <p:cNvSpPr/>
          <p:nvPr/>
        </p:nvSpPr>
        <p:spPr>
          <a:xfrm>
            <a:off x="6724650" y="1597025"/>
            <a:ext cx="2309700" cy="93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171450" marR="0" lvl="0" indent="-171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한정된 시장 의존적 운영</a:t>
            </a:r>
            <a:endParaRPr sz="12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71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Industrial, Plant 정보 미약</a:t>
            </a:r>
            <a:endParaRPr sz="12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71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해외 대형 공사 미 경험</a:t>
            </a:r>
            <a:endParaRPr sz="12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9"/>
          <p:cNvSpPr/>
          <p:nvPr/>
        </p:nvSpPr>
        <p:spPr>
          <a:xfrm>
            <a:off x="603250" y="3638550"/>
            <a:ext cx="2304900" cy="11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171450" marR="0" lvl="0" indent="-171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관련 Infra 확보</a:t>
            </a:r>
            <a:endParaRPr sz="12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(레이져, Robot, Utility 등)</a:t>
            </a:r>
            <a:endParaRPr/>
          </a:p>
          <a:p>
            <a:pPr marL="171450" marR="0" lvl="0" indent="-171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Industrial, Plant 도전</a:t>
            </a:r>
            <a:endParaRPr sz="12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71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관련 Part등의 사업 다각화</a:t>
            </a:r>
            <a:endParaRPr sz="12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9"/>
          <p:cNvSpPr/>
          <p:nvPr/>
        </p:nvSpPr>
        <p:spPr>
          <a:xfrm>
            <a:off x="6724650" y="3571875"/>
            <a:ext cx="2309700" cy="90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171450" marR="0" lvl="0" indent="-171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반도체/FPD 등 한정된 시장</a:t>
            </a:r>
            <a:endParaRPr sz="12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71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시장 투자 주기 불규칙</a:t>
            </a:r>
            <a:endParaRPr sz="12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71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불 안정성 운영</a:t>
            </a:r>
            <a:endParaRPr sz="12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0"/>
          <p:cNvSpPr txBox="1">
            <a:spLocks noGrp="1"/>
          </p:cNvSpPr>
          <p:nvPr>
            <p:ph type="body" idx="4294967295"/>
          </p:nvPr>
        </p:nvSpPr>
        <p:spPr>
          <a:xfrm>
            <a:off x="85725" y="231775"/>
            <a:ext cx="6656400" cy="50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1" dirty="0"/>
              <a:t>5</a:t>
            </a:r>
            <a:r>
              <a:rPr lang="en-US" sz="24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 Project </a:t>
            </a:r>
            <a:r>
              <a:rPr lang="en-US" sz="2400" b="1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프로세스</a:t>
            </a:r>
            <a:endParaRPr dirty="0"/>
          </a:p>
        </p:txBody>
      </p:sp>
      <p:sp>
        <p:nvSpPr>
          <p:cNvPr id="152" name="Google Shape;152;p10"/>
          <p:cNvSpPr txBox="1"/>
          <p:nvPr/>
        </p:nvSpPr>
        <p:spPr>
          <a:xfrm>
            <a:off x="250825" y="836612"/>
            <a:ext cx="4459200" cy="30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1714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●"/>
            </a:pPr>
            <a:r>
              <a:rPr lang="en-US" sz="1400" b="1" i="0" u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고객</a:t>
            </a:r>
            <a:r>
              <a:rPr lang="en-US" sz="1400" b="1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400" b="1" i="0" u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요청</a:t>
            </a:r>
            <a:r>
              <a:rPr lang="en-US" sz="1400" b="1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400" b="1" i="0" u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사항에</a:t>
            </a:r>
            <a:r>
              <a:rPr lang="en-US" sz="1400" b="1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400" b="1" i="0" u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따른</a:t>
            </a:r>
            <a:r>
              <a:rPr lang="en-US" sz="1400" b="1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400" b="1" i="0" u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구성</a:t>
            </a:r>
            <a:r>
              <a:rPr lang="en-US" sz="1400" b="1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400" b="1" i="0" u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부분의</a:t>
            </a:r>
            <a:r>
              <a:rPr lang="en-US" sz="1400" b="1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lang="en-US" sz="1400" b="1" i="0" u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기능</a:t>
            </a:r>
            <a:r>
              <a:rPr lang="en-US" sz="1400" b="1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Diagram</a:t>
            </a:r>
            <a:endParaRPr dirty="0"/>
          </a:p>
        </p:txBody>
      </p:sp>
      <p:grpSp>
        <p:nvGrpSpPr>
          <p:cNvPr id="153" name="Google Shape;153;p10"/>
          <p:cNvGrpSpPr/>
          <p:nvPr/>
        </p:nvGrpSpPr>
        <p:grpSpPr>
          <a:xfrm>
            <a:off x="605586" y="1532616"/>
            <a:ext cx="1474291" cy="3855839"/>
            <a:chOff x="0" y="0"/>
            <a:chExt cx="2147483646" cy="2147483647"/>
          </a:xfrm>
        </p:grpSpPr>
        <p:sp>
          <p:nvSpPr>
            <p:cNvPr id="154" name="Google Shape;154;p10"/>
            <p:cNvSpPr/>
            <p:nvPr/>
          </p:nvSpPr>
          <p:spPr>
            <a:xfrm>
              <a:off x="-9" y="-24"/>
              <a:ext cx="2147483574" cy="157903438"/>
            </a:xfrm>
            <a:prstGeom prst="flowChartAlternateProcess">
              <a:avLst/>
            </a:prstGeom>
            <a:solidFill>
              <a:srgbClr val="0000CC"/>
            </a:solidFill>
            <a:ln w="25400" cap="flat" cmpd="sng">
              <a:solidFill>
                <a:srgbClr val="0000CC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Arial"/>
                <a:buNone/>
              </a:pPr>
              <a:r>
                <a:rPr lang="en-US" sz="800" b="1" i="0" u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System Specification</a:t>
              </a:r>
              <a:endParaRPr/>
            </a:p>
          </p:txBody>
        </p:sp>
        <p:sp>
          <p:nvSpPr>
            <p:cNvPr id="155" name="Google Shape;155;p10"/>
            <p:cNvSpPr/>
            <p:nvPr/>
          </p:nvSpPr>
          <p:spPr>
            <a:xfrm>
              <a:off x="-9" y="221064681"/>
              <a:ext cx="2147483574" cy="157903020"/>
            </a:xfrm>
            <a:prstGeom prst="flowChartAlternateProcess">
              <a:avLst/>
            </a:prstGeom>
            <a:solidFill>
              <a:srgbClr val="0000CC"/>
            </a:solidFill>
            <a:ln w="25400" cap="flat" cmpd="sng">
              <a:solidFill>
                <a:srgbClr val="0000CC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Arial"/>
                <a:buNone/>
              </a:pPr>
              <a:r>
                <a:rPr lang="en-US" sz="800" b="1" i="0" u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Requirement Analysis</a:t>
              </a:r>
              <a:endParaRPr/>
            </a:p>
          </p:txBody>
        </p:sp>
        <p:cxnSp>
          <p:nvCxnSpPr>
            <p:cNvPr id="156" name="Google Shape;156;p10"/>
            <p:cNvCxnSpPr/>
            <p:nvPr/>
          </p:nvCxnSpPr>
          <p:spPr>
            <a:xfrm rot="5400000">
              <a:off x="992272989" y="189484046"/>
              <a:ext cx="165191077" cy="0"/>
            </a:xfrm>
            <a:prstGeom prst="straightConnector1">
              <a:avLst/>
            </a:prstGeom>
            <a:noFill/>
            <a:ln w="9525" cap="flat" cmpd="sng">
              <a:solidFill>
                <a:srgbClr val="0000CC"/>
              </a:solidFill>
              <a:prstDash val="solid"/>
              <a:miter lim="800000"/>
              <a:headEnd type="none" w="med" len="med"/>
              <a:tailEnd type="triangle" w="med" len="med"/>
            </a:ln>
          </p:spPr>
        </p:cxnSp>
        <p:sp>
          <p:nvSpPr>
            <p:cNvPr id="157" name="Google Shape;157;p10"/>
            <p:cNvSpPr/>
            <p:nvPr/>
          </p:nvSpPr>
          <p:spPr>
            <a:xfrm>
              <a:off x="-9" y="442128946"/>
              <a:ext cx="2147483574" cy="157903438"/>
            </a:xfrm>
            <a:prstGeom prst="flowChartAlternateProcess">
              <a:avLst/>
            </a:prstGeom>
            <a:solidFill>
              <a:srgbClr val="0000CC"/>
            </a:solidFill>
            <a:ln w="25400" cap="flat" cmpd="sng">
              <a:solidFill>
                <a:srgbClr val="0000CC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Arial"/>
                <a:buNone/>
              </a:pPr>
              <a:r>
                <a:rPr lang="en-US" sz="800" b="1" i="0" u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Architecture Design</a:t>
              </a:r>
              <a:endParaRPr/>
            </a:p>
          </p:txBody>
        </p:sp>
        <p:cxnSp>
          <p:nvCxnSpPr>
            <p:cNvPr id="158" name="Google Shape;158;p10"/>
            <p:cNvCxnSpPr/>
            <p:nvPr/>
          </p:nvCxnSpPr>
          <p:spPr>
            <a:xfrm rot="5400000">
              <a:off x="992272989" y="410548310"/>
              <a:ext cx="165191077" cy="0"/>
            </a:xfrm>
            <a:prstGeom prst="straightConnector1">
              <a:avLst/>
            </a:prstGeom>
            <a:noFill/>
            <a:ln w="9525" cap="flat" cmpd="sng">
              <a:solidFill>
                <a:srgbClr val="0000CC"/>
              </a:solidFill>
              <a:prstDash val="solid"/>
              <a:miter lim="800000"/>
              <a:headEnd type="none" w="med" len="med"/>
              <a:tailEnd type="triangle" w="med" len="med"/>
            </a:ln>
          </p:spPr>
        </p:cxnSp>
        <p:sp>
          <p:nvSpPr>
            <p:cNvPr id="159" name="Google Shape;159;p10"/>
            <p:cNvSpPr/>
            <p:nvPr/>
          </p:nvSpPr>
          <p:spPr>
            <a:xfrm>
              <a:off x="-9" y="662383773"/>
              <a:ext cx="2147483574" cy="157903438"/>
            </a:xfrm>
            <a:prstGeom prst="flowChartAlternateProcess">
              <a:avLst/>
            </a:prstGeom>
            <a:solidFill>
              <a:srgbClr val="0000CC"/>
            </a:solidFill>
            <a:ln w="25400" cap="flat" cmpd="sng">
              <a:solidFill>
                <a:srgbClr val="0000CC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Arial"/>
                <a:buNone/>
              </a:pPr>
              <a:r>
                <a:rPr lang="en-US" sz="800" b="1" i="0" u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Detail Design</a:t>
              </a:r>
              <a:endParaRPr/>
            </a:p>
          </p:txBody>
        </p:sp>
        <p:cxnSp>
          <p:nvCxnSpPr>
            <p:cNvPr id="160" name="Google Shape;160;p10"/>
            <p:cNvCxnSpPr/>
            <p:nvPr/>
          </p:nvCxnSpPr>
          <p:spPr>
            <a:xfrm rot="5400000">
              <a:off x="992272989" y="631613016"/>
              <a:ext cx="165191077" cy="0"/>
            </a:xfrm>
            <a:prstGeom prst="straightConnector1">
              <a:avLst/>
            </a:prstGeom>
            <a:noFill/>
            <a:ln w="9525" cap="flat" cmpd="sng">
              <a:solidFill>
                <a:srgbClr val="0000CC"/>
              </a:solidFill>
              <a:prstDash val="solid"/>
              <a:miter lim="800000"/>
              <a:headEnd type="none" w="med" len="med"/>
              <a:tailEnd type="triangle" w="med" len="med"/>
            </a:ln>
          </p:spPr>
        </p:cxnSp>
        <p:sp>
          <p:nvSpPr>
            <p:cNvPr id="161" name="Google Shape;161;p10"/>
            <p:cNvSpPr/>
            <p:nvPr/>
          </p:nvSpPr>
          <p:spPr>
            <a:xfrm>
              <a:off x="-9" y="884257916"/>
              <a:ext cx="2147483574" cy="157903438"/>
            </a:xfrm>
            <a:prstGeom prst="flowChartAlternateProcess">
              <a:avLst/>
            </a:prstGeom>
            <a:solidFill>
              <a:srgbClr val="0000CC"/>
            </a:solidFill>
            <a:ln w="25400" cap="flat" cmpd="sng">
              <a:solidFill>
                <a:srgbClr val="0000CC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Arial"/>
                <a:buNone/>
              </a:pPr>
              <a:r>
                <a:rPr lang="en-US" sz="800" b="1" i="0" u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H/W Manufacturing</a:t>
              </a:r>
              <a:endParaRPr/>
            </a:p>
          </p:txBody>
        </p:sp>
        <p:cxnSp>
          <p:nvCxnSpPr>
            <p:cNvPr id="162" name="Google Shape;162;p10"/>
            <p:cNvCxnSpPr/>
            <p:nvPr/>
          </p:nvCxnSpPr>
          <p:spPr>
            <a:xfrm rot="5400000">
              <a:off x="992272989" y="852677280"/>
              <a:ext cx="165191077" cy="0"/>
            </a:xfrm>
            <a:prstGeom prst="straightConnector1">
              <a:avLst/>
            </a:prstGeom>
            <a:noFill/>
            <a:ln w="9525" cap="flat" cmpd="sng">
              <a:solidFill>
                <a:srgbClr val="0000CC"/>
              </a:solidFill>
              <a:prstDash val="solid"/>
              <a:miter lim="800000"/>
              <a:headEnd type="none" w="med" len="med"/>
              <a:tailEnd type="triangle" w="med" len="med"/>
            </a:ln>
          </p:spPr>
        </p:cxnSp>
        <p:sp>
          <p:nvSpPr>
            <p:cNvPr id="163" name="Google Shape;163;p10"/>
            <p:cNvSpPr/>
            <p:nvPr/>
          </p:nvSpPr>
          <p:spPr>
            <a:xfrm>
              <a:off x="-9" y="1105322622"/>
              <a:ext cx="2147483574" cy="157903020"/>
            </a:xfrm>
            <a:prstGeom prst="flowChartAlternateProcess">
              <a:avLst/>
            </a:prstGeom>
            <a:solidFill>
              <a:srgbClr val="0000CC"/>
            </a:solidFill>
            <a:ln w="25400" cap="flat" cmpd="sng">
              <a:solidFill>
                <a:srgbClr val="0000CC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Arial"/>
                <a:buNone/>
              </a:pPr>
              <a:r>
                <a:rPr lang="en-US" sz="800" b="1" i="0" u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I/O Verify</a:t>
              </a:r>
              <a:endParaRPr/>
            </a:p>
          </p:txBody>
        </p:sp>
        <p:cxnSp>
          <p:nvCxnSpPr>
            <p:cNvPr id="164" name="Google Shape;164;p10"/>
            <p:cNvCxnSpPr/>
            <p:nvPr/>
          </p:nvCxnSpPr>
          <p:spPr>
            <a:xfrm rot="5400000">
              <a:off x="993331479" y="1074146707"/>
              <a:ext cx="163074097" cy="0"/>
            </a:xfrm>
            <a:prstGeom prst="straightConnector1">
              <a:avLst/>
            </a:prstGeom>
            <a:noFill/>
            <a:ln w="9525" cap="flat" cmpd="sng">
              <a:solidFill>
                <a:srgbClr val="0000CC"/>
              </a:solidFill>
              <a:prstDash val="solid"/>
              <a:miter lim="800000"/>
              <a:headEnd type="none" w="med" len="med"/>
              <a:tailEnd type="triangle" w="med" len="med"/>
            </a:ln>
          </p:spPr>
        </p:cxnSp>
        <p:sp>
          <p:nvSpPr>
            <p:cNvPr id="165" name="Google Shape;165;p10"/>
            <p:cNvSpPr/>
            <p:nvPr/>
          </p:nvSpPr>
          <p:spPr>
            <a:xfrm>
              <a:off x="-9" y="1326386886"/>
              <a:ext cx="2147483574" cy="157903438"/>
            </a:xfrm>
            <a:prstGeom prst="flowChartAlternateProcess">
              <a:avLst/>
            </a:prstGeom>
            <a:solidFill>
              <a:srgbClr val="0000CC"/>
            </a:solidFill>
            <a:ln w="25400" cap="flat" cmpd="sng">
              <a:solidFill>
                <a:srgbClr val="0000CC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Arial"/>
                <a:buNone/>
              </a:pPr>
              <a:r>
                <a:rPr lang="en-US" sz="800" b="1" i="0" u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Unit Test</a:t>
              </a:r>
              <a:endParaRPr/>
            </a:p>
          </p:txBody>
        </p:sp>
        <p:cxnSp>
          <p:nvCxnSpPr>
            <p:cNvPr id="166" name="Google Shape;166;p10"/>
            <p:cNvCxnSpPr/>
            <p:nvPr/>
          </p:nvCxnSpPr>
          <p:spPr>
            <a:xfrm rot="5400000">
              <a:off x="992272989" y="1294806251"/>
              <a:ext cx="165191077" cy="0"/>
            </a:xfrm>
            <a:prstGeom prst="straightConnector1">
              <a:avLst/>
            </a:prstGeom>
            <a:noFill/>
            <a:ln w="9525" cap="flat" cmpd="sng">
              <a:solidFill>
                <a:srgbClr val="0000CC"/>
              </a:solidFill>
              <a:prstDash val="solid"/>
              <a:miter lim="800000"/>
              <a:headEnd type="none" w="med" len="med"/>
              <a:tailEnd type="triangle" w="med" len="med"/>
            </a:ln>
          </p:spPr>
        </p:cxnSp>
        <p:sp>
          <p:nvSpPr>
            <p:cNvPr id="167" name="Google Shape;167;p10"/>
            <p:cNvSpPr/>
            <p:nvPr/>
          </p:nvSpPr>
          <p:spPr>
            <a:xfrm>
              <a:off x="-9" y="1547451592"/>
              <a:ext cx="2147483574" cy="157903020"/>
            </a:xfrm>
            <a:prstGeom prst="flowChartAlternateProcess">
              <a:avLst/>
            </a:prstGeom>
            <a:solidFill>
              <a:srgbClr val="0000CC"/>
            </a:solidFill>
            <a:ln w="25400" cap="flat" cmpd="sng">
              <a:solidFill>
                <a:srgbClr val="0000CC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Arial"/>
                <a:buNone/>
              </a:pPr>
              <a:r>
                <a:rPr lang="en-US" sz="800" b="1" i="0" u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System Test &amp; Inspection</a:t>
              </a:r>
              <a:endParaRPr/>
            </a:p>
          </p:txBody>
        </p:sp>
        <p:cxnSp>
          <p:nvCxnSpPr>
            <p:cNvPr id="168" name="Google Shape;168;p10"/>
            <p:cNvCxnSpPr/>
            <p:nvPr/>
          </p:nvCxnSpPr>
          <p:spPr>
            <a:xfrm rot="5400000">
              <a:off x="992272989" y="1515870957"/>
              <a:ext cx="165191077" cy="0"/>
            </a:xfrm>
            <a:prstGeom prst="straightConnector1">
              <a:avLst/>
            </a:prstGeom>
            <a:noFill/>
            <a:ln w="9525" cap="flat" cmpd="sng">
              <a:solidFill>
                <a:srgbClr val="0000CC"/>
              </a:solidFill>
              <a:prstDash val="solid"/>
              <a:miter lim="800000"/>
              <a:headEnd type="none" w="med" len="med"/>
              <a:tailEnd type="triangle" w="med" len="med"/>
            </a:ln>
          </p:spPr>
        </p:cxnSp>
        <p:sp>
          <p:nvSpPr>
            <p:cNvPr id="169" name="Google Shape;169;p10"/>
            <p:cNvSpPr/>
            <p:nvPr/>
          </p:nvSpPr>
          <p:spPr>
            <a:xfrm>
              <a:off x="-9" y="1768515857"/>
              <a:ext cx="2147483574" cy="157903438"/>
            </a:xfrm>
            <a:prstGeom prst="flowChartAlternateProcess">
              <a:avLst/>
            </a:prstGeom>
            <a:solidFill>
              <a:srgbClr val="0000CC"/>
            </a:solidFill>
            <a:ln w="25400" cap="flat" cmpd="sng">
              <a:solidFill>
                <a:srgbClr val="0000CC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Arial"/>
                <a:buNone/>
              </a:pPr>
              <a:r>
                <a:rPr lang="en-US" sz="800" b="1" i="0" u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Manual Documentation</a:t>
              </a:r>
              <a:endParaRPr/>
            </a:p>
          </p:txBody>
        </p:sp>
        <p:cxnSp>
          <p:nvCxnSpPr>
            <p:cNvPr id="170" name="Google Shape;170;p10"/>
            <p:cNvCxnSpPr/>
            <p:nvPr/>
          </p:nvCxnSpPr>
          <p:spPr>
            <a:xfrm rot="5400000">
              <a:off x="992272989" y="1736935221"/>
              <a:ext cx="165191077" cy="0"/>
            </a:xfrm>
            <a:prstGeom prst="straightConnector1">
              <a:avLst/>
            </a:prstGeom>
            <a:noFill/>
            <a:ln w="9525" cap="flat" cmpd="sng">
              <a:solidFill>
                <a:srgbClr val="0000CC"/>
              </a:solidFill>
              <a:prstDash val="solid"/>
              <a:miter lim="800000"/>
              <a:headEnd type="none" w="med" len="med"/>
              <a:tailEnd type="triangle" w="med" len="med"/>
            </a:ln>
          </p:spPr>
        </p:cxnSp>
        <p:sp>
          <p:nvSpPr>
            <p:cNvPr id="171" name="Google Shape;171;p10"/>
            <p:cNvSpPr/>
            <p:nvPr/>
          </p:nvSpPr>
          <p:spPr>
            <a:xfrm>
              <a:off x="-9" y="1989580563"/>
              <a:ext cx="2147483574" cy="157903020"/>
            </a:xfrm>
            <a:prstGeom prst="flowChartAlternateProcess">
              <a:avLst/>
            </a:prstGeom>
            <a:solidFill>
              <a:srgbClr val="0000CC"/>
            </a:solidFill>
            <a:ln w="25400" cap="flat" cmpd="sng">
              <a:solidFill>
                <a:srgbClr val="0000CC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Arial"/>
                <a:buNone/>
              </a:pPr>
              <a:r>
                <a:rPr lang="en-US" sz="800" b="1" i="0" u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Maintenance</a:t>
              </a:r>
              <a:endParaRPr/>
            </a:p>
          </p:txBody>
        </p:sp>
        <p:cxnSp>
          <p:nvCxnSpPr>
            <p:cNvPr id="172" name="Google Shape;172;p10"/>
            <p:cNvCxnSpPr/>
            <p:nvPr/>
          </p:nvCxnSpPr>
          <p:spPr>
            <a:xfrm rot="5400000">
              <a:off x="991214500" y="1958404644"/>
              <a:ext cx="167308057" cy="0"/>
            </a:xfrm>
            <a:prstGeom prst="straightConnector1">
              <a:avLst/>
            </a:prstGeom>
            <a:noFill/>
            <a:ln w="9525" cap="flat" cmpd="sng">
              <a:solidFill>
                <a:srgbClr val="0000CC"/>
              </a:solidFill>
              <a:prstDash val="solid"/>
              <a:miter lim="800000"/>
              <a:headEnd type="none" w="med" len="med"/>
              <a:tailEnd type="triangle" w="med" len="med"/>
            </a:ln>
          </p:spPr>
        </p:cxnSp>
      </p:grpSp>
      <p:grpSp>
        <p:nvGrpSpPr>
          <p:cNvPr id="173" name="Google Shape;173;p10"/>
          <p:cNvGrpSpPr/>
          <p:nvPr/>
        </p:nvGrpSpPr>
        <p:grpSpPr>
          <a:xfrm>
            <a:off x="2477668" y="1356659"/>
            <a:ext cx="6398218" cy="5022455"/>
            <a:chOff x="0" y="0"/>
            <a:chExt cx="2147483647" cy="2147483646"/>
          </a:xfrm>
        </p:grpSpPr>
        <p:pic>
          <p:nvPicPr>
            <p:cNvPr id="174" name="Google Shape;174;p10" descr="화살표1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06306879" y="60819265"/>
              <a:ext cx="1933524440" cy="2086664583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75" name="Google Shape;175;p10"/>
            <p:cNvGrpSpPr/>
            <p:nvPr/>
          </p:nvGrpSpPr>
          <p:grpSpPr>
            <a:xfrm>
              <a:off x="19" y="6"/>
              <a:ext cx="2147483474" cy="2080568534"/>
              <a:chOff x="0" y="0"/>
              <a:chExt cx="2147483647" cy="2147483646"/>
            </a:xfrm>
          </p:grpSpPr>
          <p:sp>
            <p:nvSpPr>
              <p:cNvPr id="176" name="Google Shape;176;p10"/>
              <p:cNvSpPr/>
              <p:nvPr/>
            </p:nvSpPr>
            <p:spPr>
              <a:xfrm>
                <a:off x="569685798" y="-4"/>
                <a:ext cx="1002732600" cy="223332945"/>
              </a:xfrm>
              <a:prstGeom prst="flowChartAlternateProcess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FF"/>
                  </a:buClr>
                  <a:buSzPts val="1400"/>
                  <a:buFont typeface="Arial"/>
                  <a:buNone/>
                </a:pPr>
                <a:r>
                  <a:rPr lang="en-US" sz="1400" b="1" i="0" u="none">
                    <a:solidFill>
                      <a:srgbClr val="0000FF"/>
                    </a:solidFill>
                    <a:latin typeface="Arial"/>
                    <a:ea typeface="Arial"/>
                    <a:cs typeface="Arial"/>
                    <a:sym typeface="Arial"/>
                  </a:rPr>
                  <a:t>(고객 만족 실현)</a:t>
                </a:r>
                <a:endParaRPr/>
              </a:p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FF"/>
                  </a:buClr>
                  <a:buSzPts val="1400"/>
                  <a:buFont typeface="Arial"/>
                  <a:buNone/>
                </a:pPr>
                <a:r>
                  <a:rPr lang="en-US" sz="1400" b="1" i="0" u="none">
                    <a:solidFill>
                      <a:srgbClr val="0000FF"/>
                    </a:solidFill>
                    <a:latin typeface="Arial"/>
                    <a:ea typeface="Arial"/>
                    <a:cs typeface="Arial"/>
                    <a:sym typeface="Arial"/>
                  </a:rPr>
                  <a:t>Requirement Analysis</a:t>
                </a:r>
                <a:endParaRPr/>
              </a:p>
            </p:txBody>
          </p:sp>
          <p:sp>
            <p:nvSpPr>
              <p:cNvPr id="177" name="Google Shape;177;p10"/>
              <p:cNvSpPr/>
              <p:nvPr/>
            </p:nvSpPr>
            <p:spPr>
              <a:xfrm>
                <a:off x="165687627" y="608963513"/>
                <a:ext cx="817141312" cy="226107308"/>
              </a:xfrm>
              <a:prstGeom prst="flowChartAlternateProcess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200"/>
                  <a:buFont typeface="Arial"/>
                  <a:buNone/>
                </a:pPr>
                <a:r>
                  <a:rPr lang="en-US" sz="1200" b="1" i="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설계</a:t>
                </a:r>
                <a:endParaRPr/>
              </a:p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200"/>
                  <a:buFont typeface="Arial"/>
                  <a:buNone/>
                </a:pPr>
                <a:r>
                  <a:rPr lang="en-US" sz="1200" b="1" i="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Architecture Design</a:t>
                </a:r>
                <a:endParaRPr/>
              </a:p>
            </p:txBody>
          </p:sp>
          <p:pic>
            <p:nvPicPr>
              <p:cNvPr id="178" name="Google Shape;178;p10"/>
              <p:cNvPicPr preferRelativeResize="0"/>
              <p:nvPr/>
            </p:nvPicPr>
            <p:blipFill rotWithShape="1">
              <a:blip r:embed="rId4">
                <a:alphaModFix/>
              </a:blip>
              <a:srcRect/>
              <a:stretch/>
            </p:blipFill>
            <p:spPr>
              <a:xfrm>
                <a:off x="236395471" y="1159138793"/>
                <a:ext cx="357368971" cy="44211566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79" name="Google Shape;179;p10"/>
              <p:cNvPicPr preferRelativeResize="0"/>
              <p:nvPr/>
            </p:nvPicPr>
            <p:blipFill rotWithShape="1">
              <a:blip r:embed="rId5">
                <a:alphaModFix/>
              </a:blip>
              <a:srcRect/>
              <a:stretch/>
            </p:blipFill>
            <p:spPr>
              <a:xfrm>
                <a:off x="630946945" y="1159138793"/>
                <a:ext cx="359434712" cy="44211566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80" name="Google Shape;180;p10"/>
              <p:cNvPicPr preferRelativeResize="0"/>
              <p:nvPr/>
            </p:nvPicPr>
            <p:blipFill rotWithShape="1">
              <a:blip r:embed="rId6">
                <a:alphaModFix/>
              </a:blip>
              <a:srcRect/>
              <a:stretch/>
            </p:blipFill>
            <p:spPr>
              <a:xfrm>
                <a:off x="1025498833" y="1159138793"/>
                <a:ext cx="359434712" cy="442115663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81" name="Google Shape;181;p10"/>
              <p:cNvSpPr txBox="1"/>
              <p:nvPr/>
            </p:nvSpPr>
            <p:spPr>
              <a:xfrm>
                <a:off x="281346333" y="1590379558"/>
                <a:ext cx="199040376" cy="25315715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-4445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700"/>
                  <a:buFont typeface="Noto Sans Symbols"/>
                  <a:buChar char="✓"/>
                </a:pPr>
                <a:r>
                  <a:rPr lang="en-US" sz="700" b="0" i="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 기구</a:t>
                </a:r>
                <a:endParaRPr/>
              </a:p>
              <a:p>
                <a:pPr marL="0" marR="0" lvl="0" indent="-44450" algn="l" rtl="0">
                  <a:lnSpc>
                    <a:spcPct val="90000"/>
                  </a:lnSpc>
                  <a:spcBef>
                    <a:spcPts val="245"/>
                  </a:spcBef>
                  <a:spcAft>
                    <a:spcPts val="0"/>
                  </a:spcAft>
                  <a:buClr>
                    <a:schemeClr val="dk1"/>
                  </a:buClr>
                  <a:buSzPts val="700"/>
                  <a:buFont typeface="Noto Sans Symbols"/>
                  <a:buChar char="✓"/>
                </a:pPr>
                <a:r>
                  <a:rPr lang="en-US" sz="700" b="0" i="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 제어</a:t>
                </a:r>
                <a:endParaRPr/>
              </a:p>
              <a:p>
                <a:pPr marL="0" marR="0" lvl="0" indent="-44450" algn="l" rtl="0">
                  <a:lnSpc>
                    <a:spcPct val="90000"/>
                  </a:lnSpc>
                  <a:spcBef>
                    <a:spcPts val="245"/>
                  </a:spcBef>
                  <a:spcAft>
                    <a:spcPts val="0"/>
                  </a:spcAft>
                  <a:buClr>
                    <a:schemeClr val="dk1"/>
                  </a:buClr>
                  <a:buSzPts val="700"/>
                  <a:buFont typeface="Noto Sans Symbols"/>
                  <a:buChar char="✓"/>
                </a:pPr>
                <a:r>
                  <a:rPr lang="en-US" sz="700" b="0" i="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 S/W</a:t>
                </a:r>
                <a:endParaRPr/>
              </a:p>
            </p:txBody>
          </p:sp>
          <p:sp>
            <p:nvSpPr>
              <p:cNvPr id="182" name="Google Shape;182;p10"/>
              <p:cNvSpPr txBox="1"/>
              <p:nvPr/>
            </p:nvSpPr>
            <p:spPr>
              <a:xfrm>
                <a:off x="1076969339" y="1600089592"/>
                <a:ext cx="272200983" cy="25523742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-4445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700"/>
                  <a:buFont typeface="Noto Sans Symbols"/>
                  <a:buChar char="✓"/>
                </a:pPr>
                <a:r>
                  <a:rPr lang="en-US" sz="700" b="0" i="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 I/O</a:t>
                </a:r>
                <a:endParaRPr/>
              </a:p>
              <a:p>
                <a:pPr marL="0" marR="0" lvl="0" indent="-44450" algn="l" rtl="0">
                  <a:lnSpc>
                    <a:spcPct val="90000"/>
                  </a:lnSpc>
                  <a:spcBef>
                    <a:spcPts val="245"/>
                  </a:spcBef>
                  <a:spcAft>
                    <a:spcPts val="0"/>
                  </a:spcAft>
                  <a:buClr>
                    <a:schemeClr val="dk1"/>
                  </a:buClr>
                  <a:buSzPts val="700"/>
                  <a:buFont typeface="Noto Sans Symbols"/>
                  <a:buChar char="✓"/>
                </a:pPr>
                <a:r>
                  <a:rPr lang="en-US" sz="700" b="0" i="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 Unit</a:t>
                </a:r>
                <a:endParaRPr/>
              </a:p>
              <a:p>
                <a:pPr marL="0" marR="0" lvl="0" indent="-44450" algn="l" rtl="0">
                  <a:lnSpc>
                    <a:spcPct val="90000"/>
                  </a:lnSpc>
                  <a:spcBef>
                    <a:spcPts val="245"/>
                  </a:spcBef>
                  <a:spcAft>
                    <a:spcPts val="0"/>
                  </a:spcAft>
                  <a:buClr>
                    <a:schemeClr val="dk1"/>
                  </a:buClr>
                  <a:buSzPts val="700"/>
                  <a:buFont typeface="Noto Sans Symbols"/>
                  <a:buChar char="✓"/>
                </a:pPr>
                <a:r>
                  <a:rPr lang="en-US" sz="700" b="0" i="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 System</a:t>
                </a:r>
                <a:endParaRPr/>
              </a:p>
            </p:txBody>
          </p:sp>
          <p:pic>
            <p:nvPicPr>
              <p:cNvPr id="183" name="Google Shape;183;p10"/>
              <p:cNvPicPr preferRelativeResize="0"/>
              <p:nvPr/>
            </p:nvPicPr>
            <p:blipFill rotWithShape="1">
              <a:blip r:embed="rId7">
                <a:alphaModFix/>
              </a:blip>
              <a:srcRect/>
              <a:stretch/>
            </p:blipFill>
            <p:spPr>
              <a:xfrm>
                <a:off x="1444839193" y="1159138793"/>
                <a:ext cx="357368971" cy="442115663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84" name="Google Shape;184;p10"/>
              <p:cNvSpPr txBox="1"/>
              <p:nvPr/>
            </p:nvSpPr>
            <p:spPr>
              <a:xfrm>
                <a:off x="1480429448" y="1600089592"/>
                <a:ext cx="363114202" cy="10473061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-4445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700"/>
                  <a:buFont typeface="Noto Sans Symbols"/>
                  <a:buChar char="✓"/>
                </a:pPr>
                <a:r>
                  <a:rPr lang="en-US" sz="700" b="0" i="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Check Sheet</a:t>
                </a:r>
                <a:endParaRPr/>
              </a:p>
            </p:txBody>
          </p:sp>
          <p:sp>
            <p:nvSpPr>
              <p:cNvPr id="185" name="Google Shape;185;p10"/>
              <p:cNvSpPr txBox="1"/>
              <p:nvPr/>
            </p:nvSpPr>
            <p:spPr>
              <a:xfrm>
                <a:off x="236696785" y="848942034"/>
                <a:ext cx="534719293" cy="2531566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-508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800"/>
                  <a:buFont typeface="Arial"/>
                  <a:buChar char="•"/>
                </a:pPr>
                <a:r>
                  <a:rPr lang="en-US" sz="800" b="1" i="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 Controller Table</a:t>
                </a:r>
                <a:endParaRPr/>
              </a:p>
              <a:p>
                <a:pPr marL="0" marR="0" lvl="0" indent="-508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800"/>
                  <a:buFont typeface="Arial"/>
                  <a:buChar char="•"/>
                </a:pPr>
                <a:r>
                  <a:rPr lang="en-US" sz="800" b="1" i="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 Power Table</a:t>
                </a:r>
                <a:endParaRPr/>
              </a:p>
              <a:p>
                <a:pPr marL="0" marR="0" lvl="0" indent="-508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800"/>
                  <a:buFont typeface="Arial"/>
                  <a:buChar char="•"/>
                </a:pPr>
                <a:r>
                  <a:rPr lang="en-US" sz="800" b="1" i="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 I/O Table</a:t>
                </a:r>
                <a:endParaRPr/>
              </a:p>
            </p:txBody>
          </p:sp>
          <p:sp>
            <p:nvSpPr>
              <p:cNvPr id="186" name="Google Shape;186;p10"/>
              <p:cNvSpPr/>
              <p:nvPr/>
            </p:nvSpPr>
            <p:spPr>
              <a:xfrm>
                <a:off x="1121619300" y="640868062"/>
                <a:ext cx="817140920" cy="160216879"/>
              </a:xfrm>
              <a:prstGeom prst="flowChartAlternateProcess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200"/>
                  <a:buFont typeface="Arial"/>
                  <a:buNone/>
                </a:pPr>
                <a:r>
                  <a:rPr lang="en-US" sz="1200" b="1" i="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환경</a:t>
                </a:r>
                <a:endParaRPr/>
              </a:p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200"/>
                  <a:buFont typeface="Arial"/>
                  <a:buNone/>
                </a:pPr>
                <a:r>
                  <a:rPr lang="en-US" sz="1200" b="1" i="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System Infra Design</a:t>
                </a:r>
                <a:endParaRPr/>
              </a:p>
            </p:txBody>
          </p:sp>
          <p:sp>
            <p:nvSpPr>
              <p:cNvPr id="187" name="Google Shape;187;p10"/>
              <p:cNvSpPr txBox="1"/>
              <p:nvPr/>
            </p:nvSpPr>
            <p:spPr>
              <a:xfrm>
                <a:off x="1211994103" y="848942034"/>
                <a:ext cx="576140855" cy="2531566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-508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800"/>
                  <a:buFont typeface="Arial"/>
                  <a:buChar char="•"/>
                </a:pPr>
                <a:r>
                  <a:rPr lang="en-US" sz="800" b="1" i="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 CAD System</a:t>
                </a:r>
                <a:endParaRPr/>
              </a:p>
              <a:p>
                <a:pPr marL="0" marR="0" lvl="0" indent="-508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800"/>
                  <a:buFont typeface="Arial"/>
                  <a:buChar char="•"/>
                </a:pPr>
                <a:r>
                  <a:rPr lang="en-US" sz="800" b="1" i="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 Library</a:t>
                </a:r>
                <a:endParaRPr/>
              </a:p>
              <a:p>
                <a:pPr marL="0" marR="0" lvl="0" indent="-508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800"/>
                  <a:buFont typeface="Arial"/>
                  <a:buChar char="•"/>
                </a:pPr>
                <a:r>
                  <a:rPr lang="en-US" sz="800" b="1" i="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 Training Manual</a:t>
                </a:r>
                <a:endParaRPr/>
              </a:p>
            </p:txBody>
          </p:sp>
          <p:sp>
            <p:nvSpPr>
              <p:cNvPr id="188" name="Google Shape;188;p10"/>
              <p:cNvSpPr txBox="1"/>
              <p:nvPr/>
            </p:nvSpPr>
            <p:spPr>
              <a:xfrm>
                <a:off x="262517921" y="337773526"/>
                <a:ext cx="505670175" cy="12415115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-5715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FF"/>
                  </a:buClr>
                  <a:buSzPts val="900"/>
                  <a:buFont typeface="Arial"/>
                  <a:buChar char="•"/>
                </a:pPr>
                <a:r>
                  <a:rPr lang="en-US" sz="900" b="1" i="0" u="none">
                    <a:solidFill>
                      <a:srgbClr val="0000FF"/>
                    </a:solidFill>
                    <a:latin typeface="Arial"/>
                    <a:ea typeface="Arial"/>
                    <a:cs typeface="Arial"/>
                    <a:sym typeface="Arial"/>
                  </a:rPr>
                  <a:t> Industry 자동화</a:t>
                </a:r>
                <a:endParaRPr/>
              </a:p>
            </p:txBody>
          </p:sp>
          <p:sp>
            <p:nvSpPr>
              <p:cNvPr id="189" name="Google Shape;189;p10"/>
              <p:cNvSpPr txBox="1"/>
              <p:nvPr/>
            </p:nvSpPr>
            <p:spPr>
              <a:xfrm>
                <a:off x="768188107" y="337773526"/>
                <a:ext cx="513739409" cy="12623152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-5715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FF"/>
                  </a:buClr>
                  <a:buSzPts val="900"/>
                  <a:buFont typeface="Arial"/>
                  <a:buChar char="•"/>
                </a:pPr>
                <a:r>
                  <a:rPr lang="en-US" sz="900" b="1" i="0" u="none">
                    <a:solidFill>
                      <a:srgbClr val="0000FF"/>
                    </a:solidFill>
                    <a:latin typeface="Arial"/>
                    <a:ea typeface="Arial"/>
                    <a:cs typeface="Arial"/>
                    <a:sym typeface="Arial"/>
                  </a:rPr>
                  <a:t> Semiconductor</a:t>
                </a:r>
                <a:endParaRPr/>
              </a:p>
            </p:txBody>
          </p:sp>
          <p:sp>
            <p:nvSpPr>
              <p:cNvPr id="190" name="Google Shape;190;p10"/>
              <p:cNvSpPr txBox="1"/>
              <p:nvPr/>
            </p:nvSpPr>
            <p:spPr>
              <a:xfrm>
                <a:off x="1161965187" y="337773526"/>
                <a:ext cx="226475663" cy="12623152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-5715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FF"/>
                  </a:buClr>
                  <a:buSzPts val="900"/>
                  <a:buFont typeface="Arial"/>
                  <a:buChar char="•"/>
                </a:pPr>
                <a:r>
                  <a:rPr lang="en-US" sz="900" b="1" i="0" u="none">
                    <a:solidFill>
                      <a:srgbClr val="0000FF"/>
                    </a:solidFill>
                    <a:latin typeface="Arial"/>
                    <a:ea typeface="Arial"/>
                    <a:cs typeface="Arial"/>
                    <a:sym typeface="Arial"/>
                  </a:rPr>
                  <a:t> FPD</a:t>
                </a:r>
                <a:endParaRPr/>
              </a:p>
            </p:txBody>
          </p:sp>
          <p:sp>
            <p:nvSpPr>
              <p:cNvPr id="191" name="Google Shape;191;p10"/>
              <p:cNvSpPr txBox="1"/>
              <p:nvPr/>
            </p:nvSpPr>
            <p:spPr>
              <a:xfrm>
                <a:off x="1374991833" y="337773526"/>
                <a:ext cx="304477998" cy="12415115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-5715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FF"/>
                  </a:buClr>
                  <a:buSzPts val="900"/>
                  <a:buFont typeface="Arial"/>
                  <a:buChar char="•"/>
                </a:pPr>
                <a:r>
                  <a:rPr lang="en-US" sz="900" b="1" i="0" u="none">
                    <a:solidFill>
                      <a:srgbClr val="0000FF"/>
                    </a:solidFill>
                    <a:latin typeface="Arial"/>
                    <a:ea typeface="Arial"/>
                    <a:cs typeface="Arial"/>
                    <a:sym typeface="Arial"/>
                  </a:rPr>
                  <a:t> 2차 전지</a:t>
                </a:r>
                <a:endParaRPr/>
              </a:p>
            </p:txBody>
          </p:sp>
          <p:pic>
            <p:nvPicPr>
              <p:cNvPr id="192" name="Google Shape;192;p10" descr="36"/>
              <p:cNvPicPr preferRelativeResize="0"/>
              <p:nvPr/>
            </p:nvPicPr>
            <p:blipFill rotWithShape="1">
              <a:blip r:embed="rId8">
                <a:alphaModFix/>
              </a:blip>
              <a:srcRect/>
              <a:stretch/>
            </p:blipFill>
            <p:spPr>
              <a:xfrm>
                <a:off x="6" y="2027584217"/>
                <a:ext cx="780354488" cy="119899307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93" name="Google Shape;193;p10"/>
              <p:cNvSpPr/>
              <p:nvPr/>
            </p:nvSpPr>
            <p:spPr>
              <a:xfrm>
                <a:off x="15600465" y="1923991419"/>
                <a:ext cx="764960119" cy="159523288"/>
              </a:xfrm>
              <a:prstGeom prst="flowChartAlternateProcess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948A54"/>
                  </a:buClr>
                  <a:buSzPts val="1000"/>
                  <a:buFont typeface="Arial"/>
                  <a:buNone/>
                </a:pPr>
                <a:r>
                  <a:rPr lang="en-US" sz="1000" b="1" i="0" u="none">
                    <a:solidFill>
                      <a:srgbClr val="948A54"/>
                    </a:solidFill>
                    <a:latin typeface="Arial"/>
                    <a:ea typeface="Arial"/>
                    <a:cs typeface="Arial"/>
                    <a:sym typeface="Arial"/>
                  </a:rPr>
                  <a:t>Manufacture Area</a:t>
                </a:r>
                <a:endParaRPr/>
              </a:p>
            </p:txBody>
          </p:sp>
          <p:sp>
            <p:nvSpPr>
              <p:cNvPr id="194" name="Google Shape;194;p10"/>
              <p:cNvSpPr/>
              <p:nvPr/>
            </p:nvSpPr>
            <p:spPr>
              <a:xfrm>
                <a:off x="1382523446" y="1923991419"/>
                <a:ext cx="764960119" cy="159523288"/>
              </a:xfrm>
              <a:prstGeom prst="flowChartAlternateProcess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948A54"/>
                  </a:buClr>
                  <a:buSzPts val="1000"/>
                  <a:buFont typeface="Arial"/>
                  <a:buNone/>
                </a:pPr>
                <a:r>
                  <a:rPr lang="en-US" sz="1000" b="1" i="0" u="none">
                    <a:solidFill>
                      <a:srgbClr val="948A54"/>
                    </a:solidFill>
                    <a:latin typeface="Arial"/>
                    <a:ea typeface="Arial"/>
                    <a:cs typeface="Arial"/>
                    <a:sym typeface="Arial"/>
                  </a:rPr>
                  <a:t>End User Area</a:t>
                </a:r>
                <a:endParaRPr/>
              </a:p>
            </p:txBody>
          </p:sp>
          <p:pic>
            <p:nvPicPr>
              <p:cNvPr id="195" name="Google Shape;195;p10" descr="36"/>
              <p:cNvPicPr preferRelativeResize="0"/>
              <p:nvPr/>
            </p:nvPicPr>
            <p:blipFill rotWithShape="1">
              <a:blip r:embed="rId8">
                <a:alphaModFix/>
              </a:blip>
              <a:srcRect/>
              <a:stretch/>
            </p:blipFill>
            <p:spPr>
              <a:xfrm>
                <a:off x="676161043" y="2027584217"/>
                <a:ext cx="780354902" cy="119899307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96" name="Google Shape;196;p10"/>
              <p:cNvSpPr/>
              <p:nvPr/>
            </p:nvSpPr>
            <p:spPr>
              <a:xfrm>
                <a:off x="690723872" y="1923991419"/>
                <a:ext cx="766036293" cy="159523288"/>
              </a:xfrm>
              <a:prstGeom prst="flowChartAlternateProcess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948A54"/>
                  </a:buClr>
                  <a:buSzPts val="1000"/>
                  <a:buFont typeface="Arial"/>
                  <a:buNone/>
                </a:pPr>
                <a:r>
                  <a:rPr lang="en-US" sz="1000" b="1" i="0" u="none">
                    <a:solidFill>
                      <a:srgbClr val="948A54"/>
                    </a:solidFill>
                    <a:latin typeface="Arial"/>
                    <a:ea typeface="Arial"/>
                    <a:cs typeface="Arial"/>
                    <a:sym typeface="Arial"/>
                  </a:rPr>
                  <a:t>Customer Area</a:t>
                </a:r>
                <a:endParaRPr/>
              </a:p>
            </p:txBody>
          </p:sp>
          <p:pic>
            <p:nvPicPr>
              <p:cNvPr id="197" name="Google Shape;197;p10" descr="36"/>
              <p:cNvPicPr preferRelativeResize="0"/>
              <p:nvPr/>
            </p:nvPicPr>
            <p:blipFill rotWithShape="1">
              <a:blip r:embed="rId8">
                <a:alphaModFix/>
              </a:blip>
              <a:srcRect/>
              <a:stretch/>
            </p:blipFill>
            <p:spPr>
              <a:xfrm>
                <a:off x="1357806577" y="2027584217"/>
                <a:ext cx="779806494" cy="119899307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17"/>
          <p:cNvSpPr txBox="1">
            <a:spLocks noGrp="1"/>
          </p:cNvSpPr>
          <p:nvPr>
            <p:ph type="body" idx="4294967295"/>
          </p:nvPr>
        </p:nvSpPr>
        <p:spPr>
          <a:xfrm>
            <a:off x="85725" y="231775"/>
            <a:ext cx="6656400" cy="50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1" dirty="0"/>
              <a:t>6</a:t>
            </a:r>
            <a:r>
              <a:rPr lang="en-US" sz="24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 </a:t>
            </a:r>
            <a:r>
              <a:rPr lang="en-US" sz="2400" b="1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조직도</a:t>
            </a:r>
            <a:endParaRPr dirty="0"/>
          </a:p>
        </p:txBody>
      </p:sp>
      <p:sp>
        <p:nvSpPr>
          <p:cNvPr id="305" name="Google Shape;305;p17"/>
          <p:cNvSpPr/>
          <p:nvPr/>
        </p:nvSpPr>
        <p:spPr>
          <a:xfrm>
            <a:off x="4067175" y="873125"/>
            <a:ext cx="1014300" cy="9873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lang="en-US" sz="1000" b="1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대표이사</a:t>
            </a:r>
            <a:endParaRPr/>
          </a:p>
        </p:txBody>
      </p:sp>
      <p:sp>
        <p:nvSpPr>
          <p:cNvPr id="306" name="Google Shape;306;p17"/>
          <p:cNvSpPr/>
          <p:nvPr/>
        </p:nvSpPr>
        <p:spPr>
          <a:xfrm>
            <a:off x="4487862" y="1789112"/>
            <a:ext cx="144600" cy="142800"/>
          </a:xfrm>
          <a:prstGeom prst="ellipse">
            <a:avLst/>
          </a:prstGeom>
          <a:solidFill>
            <a:schemeClr val="accent1"/>
          </a:solidFill>
          <a:ln w="381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7" name="Google Shape;307;p17"/>
          <p:cNvSpPr/>
          <p:nvPr/>
        </p:nvSpPr>
        <p:spPr>
          <a:xfrm>
            <a:off x="1473200" y="4764087"/>
            <a:ext cx="1023938" cy="431800"/>
          </a:xfrm>
          <a:custGeom>
            <a:avLst/>
            <a:gdLst/>
            <a:ahLst/>
            <a:cxnLst/>
            <a:rect l="l" t="t" r="r" b="b"/>
            <a:pathLst>
              <a:path w="1023938" h="431800" extrusionOk="0">
                <a:moveTo>
                  <a:pt x="215900" y="0"/>
                </a:moveTo>
                <a:lnTo>
                  <a:pt x="1023938" y="0"/>
                </a:lnTo>
                <a:lnTo>
                  <a:pt x="1023938" y="0"/>
                </a:lnTo>
                <a:lnTo>
                  <a:pt x="1023938" y="431800"/>
                </a:lnTo>
                <a:lnTo>
                  <a:pt x="0" y="431800"/>
                </a:lnTo>
                <a:lnTo>
                  <a:pt x="0" y="215900"/>
                </a:lnTo>
                <a:lnTo>
                  <a:pt x="0" y="215900"/>
                </a:lnTo>
                <a:cubicBezTo>
                  <a:pt x="0" y="187548"/>
                  <a:pt x="5584" y="159472"/>
                  <a:pt x="16434" y="133278"/>
                </a:cubicBezTo>
                <a:cubicBezTo>
                  <a:pt x="27284" y="107085"/>
                  <a:pt x="43187" y="83283"/>
                  <a:pt x="63235" y="63235"/>
                </a:cubicBezTo>
                <a:cubicBezTo>
                  <a:pt x="83283" y="43187"/>
                  <a:pt x="107085" y="27284"/>
                  <a:pt x="133278" y="16434"/>
                </a:cubicBezTo>
                <a:cubicBezTo>
                  <a:pt x="159472" y="5584"/>
                  <a:pt x="187548" y="0"/>
                  <a:pt x="215899" y="0"/>
                </a:cubicBezTo>
                <a:close/>
              </a:path>
            </a:pathLst>
          </a:custGeom>
          <a:solidFill>
            <a:schemeClr val="accent1"/>
          </a:solidFill>
          <a:ln w="25400" cap="flat" cmpd="sng">
            <a:solidFill>
              <a:srgbClr val="385D8A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lang="en-US" sz="1000" b="1" i="0" u="non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경영지원</a:t>
            </a:r>
            <a:endParaRPr dirty="0"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lang="en-US" sz="1000" b="1" i="0" u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(2명)</a:t>
            </a:r>
            <a:endParaRPr dirty="0"/>
          </a:p>
        </p:txBody>
      </p:sp>
      <p:sp>
        <p:nvSpPr>
          <p:cNvPr id="308" name="Google Shape;308;p17"/>
          <p:cNvSpPr/>
          <p:nvPr/>
        </p:nvSpPr>
        <p:spPr>
          <a:xfrm>
            <a:off x="2686050" y="4764087"/>
            <a:ext cx="1022350" cy="431800"/>
          </a:xfrm>
          <a:custGeom>
            <a:avLst/>
            <a:gdLst/>
            <a:ahLst/>
            <a:cxnLst/>
            <a:rect l="l" t="t" r="r" b="b"/>
            <a:pathLst>
              <a:path w="1022350" h="431800" extrusionOk="0">
                <a:moveTo>
                  <a:pt x="215900" y="0"/>
                </a:moveTo>
                <a:lnTo>
                  <a:pt x="1022350" y="0"/>
                </a:lnTo>
                <a:lnTo>
                  <a:pt x="1022350" y="0"/>
                </a:lnTo>
                <a:lnTo>
                  <a:pt x="1022350" y="431800"/>
                </a:lnTo>
                <a:lnTo>
                  <a:pt x="0" y="431800"/>
                </a:lnTo>
                <a:lnTo>
                  <a:pt x="0" y="215900"/>
                </a:lnTo>
                <a:lnTo>
                  <a:pt x="0" y="215900"/>
                </a:lnTo>
                <a:cubicBezTo>
                  <a:pt x="0" y="187548"/>
                  <a:pt x="5584" y="159472"/>
                  <a:pt x="16434" y="133278"/>
                </a:cubicBezTo>
                <a:cubicBezTo>
                  <a:pt x="27284" y="107085"/>
                  <a:pt x="43187" y="83283"/>
                  <a:pt x="63235" y="63235"/>
                </a:cubicBezTo>
                <a:cubicBezTo>
                  <a:pt x="83283" y="43187"/>
                  <a:pt x="107085" y="27284"/>
                  <a:pt x="133278" y="16434"/>
                </a:cubicBezTo>
                <a:cubicBezTo>
                  <a:pt x="159472" y="5584"/>
                  <a:pt x="187548" y="0"/>
                  <a:pt x="215899" y="0"/>
                </a:cubicBezTo>
                <a:close/>
              </a:path>
            </a:pathLst>
          </a:custGeom>
          <a:solidFill>
            <a:schemeClr val="accent1"/>
          </a:solidFill>
          <a:ln w="25400" cap="flat" cmpd="sng">
            <a:solidFill>
              <a:srgbClr val="385D8A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lang="en-US" sz="1000" b="1" i="0" u="non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구매</a:t>
            </a:r>
            <a:endParaRPr dirty="0"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lang="en-US" sz="1000" b="1" i="0" u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(1명)</a:t>
            </a:r>
            <a:endParaRPr dirty="0"/>
          </a:p>
        </p:txBody>
      </p:sp>
      <p:sp>
        <p:nvSpPr>
          <p:cNvPr id="309" name="Google Shape;309;p17"/>
          <p:cNvSpPr/>
          <p:nvPr/>
        </p:nvSpPr>
        <p:spPr>
          <a:xfrm>
            <a:off x="6615112" y="4764087"/>
            <a:ext cx="1022350" cy="431800"/>
          </a:xfrm>
          <a:custGeom>
            <a:avLst/>
            <a:gdLst/>
            <a:ahLst/>
            <a:cxnLst/>
            <a:rect l="l" t="t" r="r" b="b"/>
            <a:pathLst>
              <a:path w="1022350" h="431800" extrusionOk="0">
                <a:moveTo>
                  <a:pt x="215900" y="0"/>
                </a:moveTo>
                <a:lnTo>
                  <a:pt x="1022350" y="0"/>
                </a:lnTo>
                <a:lnTo>
                  <a:pt x="1022350" y="0"/>
                </a:lnTo>
                <a:lnTo>
                  <a:pt x="1022350" y="431800"/>
                </a:lnTo>
                <a:lnTo>
                  <a:pt x="0" y="431800"/>
                </a:lnTo>
                <a:lnTo>
                  <a:pt x="0" y="215900"/>
                </a:lnTo>
                <a:lnTo>
                  <a:pt x="0" y="215900"/>
                </a:lnTo>
                <a:cubicBezTo>
                  <a:pt x="0" y="187548"/>
                  <a:pt x="5584" y="159472"/>
                  <a:pt x="16434" y="133278"/>
                </a:cubicBezTo>
                <a:cubicBezTo>
                  <a:pt x="27284" y="107085"/>
                  <a:pt x="43187" y="83283"/>
                  <a:pt x="63235" y="63235"/>
                </a:cubicBezTo>
                <a:cubicBezTo>
                  <a:pt x="83283" y="43187"/>
                  <a:pt x="107085" y="27284"/>
                  <a:pt x="133278" y="16434"/>
                </a:cubicBezTo>
                <a:cubicBezTo>
                  <a:pt x="159472" y="5584"/>
                  <a:pt x="187548" y="0"/>
                  <a:pt x="215899" y="0"/>
                </a:cubicBezTo>
                <a:close/>
              </a:path>
            </a:pathLst>
          </a:custGeom>
          <a:solidFill>
            <a:schemeClr val="accent1"/>
          </a:solidFill>
          <a:ln w="25400" cap="flat" cmpd="sng">
            <a:solidFill>
              <a:srgbClr val="385D8A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lang="en-US" sz="1000" b="1" i="0" u="non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제조기술</a:t>
            </a:r>
            <a:endParaRPr dirty="0"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lang="en-US" sz="1000" b="1" i="0" u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(6명)</a:t>
            </a:r>
            <a:endParaRPr dirty="0"/>
          </a:p>
        </p:txBody>
      </p:sp>
      <p:sp>
        <p:nvSpPr>
          <p:cNvPr id="310" name="Google Shape;310;p17"/>
          <p:cNvSpPr/>
          <p:nvPr/>
        </p:nvSpPr>
        <p:spPr>
          <a:xfrm>
            <a:off x="7799387" y="4764087"/>
            <a:ext cx="1020762" cy="431800"/>
          </a:xfrm>
          <a:custGeom>
            <a:avLst/>
            <a:gdLst/>
            <a:ahLst/>
            <a:cxnLst/>
            <a:rect l="l" t="t" r="r" b="b"/>
            <a:pathLst>
              <a:path w="1020762" h="431800" extrusionOk="0">
                <a:moveTo>
                  <a:pt x="215900" y="0"/>
                </a:moveTo>
                <a:lnTo>
                  <a:pt x="1020762" y="0"/>
                </a:lnTo>
                <a:lnTo>
                  <a:pt x="1020762" y="0"/>
                </a:lnTo>
                <a:lnTo>
                  <a:pt x="1020762" y="431800"/>
                </a:lnTo>
                <a:lnTo>
                  <a:pt x="0" y="431800"/>
                </a:lnTo>
                <a:lnTo>
                  <a:pt x="0" y="215900"/>
                </a:lnTo>
                <a:lnTo>
                  <a:pt x="0" y="215900"/>
                </a:lnTo>
                <a:cubicBezTo>
                  <a:pt x="0" y="187548"/>
                  <a:pt x="5584" y="159472"/>
                  <a:pt x="16434" y="133278"/>
                </a:cubicBezTo>
                <a:cubicBezTo>
                  <a:pt x="27284" y="107085"/>
                  <a:pt x="43187" y="83283"/>
                  <a:pt x="63235" y="63235"/>
                </a:cubicBezTo>
                <a:cubicBezTo>
                  <a:pt x="83283" y="43187"/>
                  <a:pt x="107085" y="27284"/>
                  <a:pt x="133278" y="16434"/>
                </a:cubicBezTo>
                <a:cubicBezTo>
                  <a:pt x="159472" y="5584"/>
                  <a:pt x="187548" y="0"/>
                  <a:pt x="215899" y="0"/>
                </a:cubicBezTo>
                <a:close/>
              </a:path>
            </a:pathLst>
          </a:custGeom>
          <a:solidFill>
            <a:schemeClr val="accent1"/>
          </a:solidFill>
          <a:ln w="25400" cap="flat" cmpd="sng">
            <a:solidFill>
              <a:srgbClr val="385D8A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lang="en-US" sz="1000" b="1" i="0" u="non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고객</a:t>
            </a:r>
            <a:r>
              <a:rPr lang="en-US" sz="1000" b="1" i="0" u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000" b="1" i="0" u="non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지원</a:t>
            </a:r>
            <a:endParaRPr dirty="0"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lang="en-US" sz="1000" b="1" i="0" u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(1명)</a:t>
            </a:r>
            <a:endParaRPr dirty="0"/>
          </a:p>
        </p:txBody>
      </p:sp>
      <p:sp>
        <p:nvSpPr>
          <p:cNvPr id="311" name="Google Shape;311;p17"/>
          <p:cNvSpPr/>
          <p:nvPr/>
        </p:nvSpPr>
        <p:spPr>
          <a:xfrm>
            <a:off x="236537" y="4764087"/>
            <a:ext cx="1022350" cy="431800"/>
          </a:xfrm>
          <a:custGeom>
            <a:avLst/>
            <a:gdLst/>
            <a:ahLst/>
            <a:cxnLst/>
            <a:rect l="l" t="t" r="r" b="b"/>
            <a:pathLst>
              <a:path w="1022350" h="431800" extrusionOk="0">
                <a:moveTo>
                  <a:pt x="215900" y="0"/>
                </a:moveTo>
                <a:lnTo>
                  <a:pt x="1022350" y="0"/>
                </a:lnTo>
                <a:lnTo>
                  <a:pt x="1022350" y="0"/>
                </a:lnTo>
                <a:lnTo>
                  <a:pt x="1022350" y="431800"/>
                </a:lnTo>
                <a:lnTo>
                  <a:pt x="0" y="431800"/>
                </a:lnTo>
                <a:lnTo>
                  <a:pt x="0" y="215900"/>
                </a:lnTo>
                <a:lnTo>
                  <a:pt x="0" y="215900"/>
                </a:lnTo>
                <a:cubicBezTo>
                  <a:pt x="0" y="187548"/>
                  <a:pt x="5584" y="159472"/>
                  <a:pt x="16434" y="133278"/>
                </a:cubicBezTo>
                <a:cubicBezTo>
                  <a:pt x="27284" y="107085"/>
                  <a:pt x="43187" y="83283"/>
                  <a:pt x="63235" y="63235"/>
                </a:cubicBezTo>
                <a:cubicBezTo>
                  <a:pt x="83283" y="43187"/>
                  <a:pt x="107085" y="27284"/>
                  <a:pt x="133278" y="16434"/>
                </a:cubicBezTo>
                <a:cubicBezTo>
                  <a:pt x="159472" y="5584"/>
                  <a:pt x="187548" y="0"/>
                  <a:pt x="215899" y="0"/>
                </a:cubicBezTo>
                <a:close/>
              </a:path>
            </a:pathLst>
          </a:custGeom>
          <a:solidFill>
            <a:schemeClr val="accent1"/>
          </a:solidFill>
          <a:ln w="25400" cap="flat" cmpd="sng">
            <a:solidFill>
              <a:srgbClr val="385D8A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lang="en-US" sz="1000" b="1" i="0" u="non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마케팅</a:t>
            </a:r>
            <a:endParaRPr dirty="0"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lang="en-US" sz="1000" b="1" i="0" u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(1명)</a:t>
            </a:r>
            <a:endParaRPr dirty="0"/>
          </a:p>
        </p:txBody>
      </p:sp>
      <p:sp>
        <p:nvSpPr>
          <p:cNvPr id="312" name="Google Shape;312;p17"/>
          <p:cNvSpPr/>
          <p:nvPr/>
        </p:nvSpPr>
        <p:spPr>
          <a:xfrm>
            <a:off x="1905000" y="4656137"/>
            <a:ext cx="142800" cy="144600"/>
          </a:xfrm>
          <a:prstGeom prst="ellipse">
            <a:avLst/>
          </a:prstGeom>
          <a:solidFill>
            <a:schemeClr val="accent1"/>
          </a:solidFill>
          <a:ln w="381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3" name="Google Shape;313;p17"/>
          <p:cNvSpPr/>
          <p:nvPr/>
        </p:nvSpPr>
        <p:spPr>
          <a:xfrm>
            <a:off x="3116262" y="4656137"/>
            <a:ext cx="144600" cy="144600"/>
          </a:xfrm>
          <a:prstGeom prst="ellipse">
            <a:avLst/>
          </a:prstGeom>
          <a:solidFill>
            <a:schemeClr val="accent1"/>
          </a:solidFill>
          <a:ln w="381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4" name="Google Shape;314;p17"/>
          <p:cNvSpPr/>
          <p:nvPr/>
        </p:nvSpPr>
        <p:spPr>
          <a:xfrm>
            <a:off x="7042150" y="4656137"/>
            <a:ext cx="144600" cy="144600"/>
          </a:xfrm>
          <a:prstGeom prst="ellipse">
            <a:avLst/>
          </a:prstGeom>
          <a:solidFill>
            <a:schemeClr val="accent1"/>
          </a:solidFill>
          <a:ln w="381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5" name="Google Shape;315;p17"/>
          <p:cNvSpPr/>
          <p:nvPr/>
        </p:nvSpPr>
        <p:spPr>
          <a:xfrm>
            <a:off x="8224837" y="4656137"/>
            <a:ext cx="144600" cy="144600"/>
          </a:xfrm>
          <a:prstGeom prst="ellipse">
            <a:avLst/>
          </a:prstGeom>
          <a:solidFill>
            <a:schemeClr val="accent1"/>
          </a:solidFill>
          <a:ln w="381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6" name="Google Shape;316;p17"/>
          <p:cNvSpPr/>
          <p:nvPr/>
        </p:nvSpPr>
        <p:spPr>
          <a:xfrm>
            <a:off x="666750" y="4656137"/>
            <a:ext cx="142800" cy="144600"/>
          </a:xfrm>
          <a:prstGeom prst="ellipse">
            <a:avLst/>
          </a:prstGeom>
          <a:solidFill>
            <a:schemeClr val="accent1"/>
          </a:solidFill>
          <a:ln w="381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17" name="Google Shape;317;p17"/>
          <p:cNvCxnSpPr/>
          <p:nvPr/>
        </p:nvCxnSpPr>
        <p:spPr>
          <a:xfrm rot="-5400000" flipH="1">
            <a:off x="7523175" y="3883012"/>
            <a:ext cx="860400" cy="685800"/>
          </a:xfrm>
          <a:prstGeom prst="bentConnector2">
            <a:avLst/>
          </a:prstGeom>
          <a:noFill/>
          <a:ln w="9525" cap="flat" cmpd="sng">
            <a:solidFill>
              <a:srgbClr val="4A7EBB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318" name="Google Shape;318;p17"/>
          <p:cNvCxnSpPr/>
          <p:nvPr/>
        </p:nvCxnSpPr>
        <p:spPr>
          <a:xfrm rot="5400000">
            <a:off x="662062" y="3865562"/>
            <a:ext cx="866700" cy="714300"/>
          </a:xfrm>
          <a:prstGeom prst="bentConnector2">
            <a:avLst/>
          </a:prstGeom>
          <a:noFill/>
          <a:ln w="9525" cap="flat" cmpd="sng">
            <a:solidFill>
              <a:srgbClr val="4A7EBB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319" name="Google Shape;319;p17"/>
          <p:cNvCxnSpPr/>
          <p:nvPr/>
        </p:nvCxnSpPr>
        <p:spPr>
          <a:xfrm>
            <a:off x="4560887" y="2003425"/>
            <a:ext cx="1428900" cy="230100"/>
          </a:xfrm>
          <a:prstGeom prst="bentConnector2">
            <a:avLst/>
          </a:prstGeom>
          <a:noFill/>
          <a:ln w="9525" cap="flat" cmpd="sng">
            <a:solidFill>
              <a:srgbClr val="4A7EBB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320" name="Google Shape;320;p17"/>
          <p:cNvSpPr/>
          <p:nvPr/>
        </p:nvSpPr>
        <p:spPr>
          <a:xfrm>
            <a:off x="1452562" y="3573462"/>
            <a:ext cx="1022350" cy="431800"/>
          </a:xfrm>
          <a:custGeom>
            <a:avLst/>
            <a:gdLst/>
            <a:ahLst/>
            <a:cxnLst/>
            <a:rect l="l" t="t" r="r" b="b"/>
            <a:pathLst>
              <a:path w="1022350" h="431800" extrusionOk="0">
                <a:moveTo>
                  <a:pt x="215900" y="0"/>
                </a:moveTo>
                <a:lnTo>
                  <a:pt x="1022350" y="0"/>
                </a:lnTo>
                <a:lnTo>
                  <a:pt x="1022350" y="0"/>
                </a:lnTo>
                <a:lnTo>
                  <a:pt x="1022350" y="431800"/>
                </a:lnTo>
                <a:lnTo>
                  <a:pt x="0" y="431800"/>
                </a:lnTo>
                <a:lnTo>
                  <a:pt x="0" y="215900"/>
                </a:lnTo>
                <a:lnTo>
                  <a:pt x="0" y="215900"/>
                </a:lnTo>
                <a:cubicBezTo>
                  <a:pt x="0" y="187548"/>
                  <a:pt x="5584" y="159472"/>
                  <a:pt x="16434" y="133278"/>
                </a:cubicBezTo>
                <a:cubicBezTo>
                  <a:pt x="27284" y="107085"/>
                  <a:pt x="43187" y="83283"/>
                  <a:pt x="63235" y="63235"/>
                </a:cubicBezTo>
                <a:cubicBezTo>
                  <a:pt x="83283" y="43187"/>
                  <a:pt x="107085" y="27284"/>
                  <a:pt x="133278" y="16434"/>
                </a:cubicBezTo>
                <a:cubicBezTo>
                  <a:pt x="159472" y="5584"/>
                  <a:pt x="187548" y="0"/>
                  <a:pt x="215899" y="0"/>
                </a:cubicBezTo>
                <a:close/>
              </a:path>
            </a:pathLst>
          </a:custGeom>
          <a:solidFill>
            <a:schemeClr val="accent1"/>
          </a:solidFill>
          <a:ln w="25400" cap="flat" cmpd="sng">
            <a:solidFill>
              <a:srgbClr val="385D8A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lang="en-US" sz="1000" b="1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경영 기획</a:t>
            </a:r>
            <a:endParaRPr/>
          </a:p>
        </p:txBody>
      </p:sp>
      <p:sp>
        <p:nvSpPr>
          <p:cNvPr id="321" name="Google Shape;321;p17"/>
          <p:cNvSpPr/>
          <p:nvPr/>
        </p:nvSpPr>
        <p:spPr>
          <a:xfrm>
            <a:off x="6588125" y="3579812"/>
            <a:ext cx="1022350" cy="431800"/>
          </a:xfrm>
          <a:custGeom>
            <a:avLst/>
            <a:gdLst/>
            <a:ahLst/>
            <a:cxnLst/>
            <a:rect l="l" t="t" r="r" b="b"/>
            <a:pathLst>
              <a:path w="1022350" h="431800" extrusionOk="0">
                <a:moveTo>
                  <a:pt x="215900" y="0"/>
                </a:moveTo>
                <a:lnTo>
                  <a:pt x="1022350" y="0"/>
                </a:lnTo>
                <a:lnTo>
                  <a:pt x="1022350" y="0"/>
                </a:lnTo>
                <a:lnTo>
                  <a:pt x="1022350" y="431800"/>
                </a:lnTo>
                <a:lnTo>
                  <a:pt x="0" y="431800"/>
                </a:lnTo>
                <a:lnTo>
                  <a:pt x="0" y="215900"/>
                </a:lnTo>
                <a:lnTo>
                  <a:pt x="0" y="215900"/>
                </a:lnTo>
                <a:cubicBezTo>
                  <a:pt x="0" y="187548"/>
                  <a:pt x="5584" y="159472"/>
                  <a:pt x="16434" y="133278"/>
                </a:cubicBezTo>
                <a:cubicBezTo>
                  <a:pt x="27284" y="107085"/>
                  <a:pt x="43187" y="83283"/>
                  <a:pt x="63235" y="63235"/>
                </a:cubicBezTo>
                <a:cubicBezTo>
                  <a:pt x="83283" y="43187"/>
                  <a:pt x="107085" y="27284"/>
                  <a:pt x="133278" y="16434"/>
                </a:cubicBezTo>
                <a:cubicBezTo>
                  <a:pt x="159472" y="5584"/>
                  <a:pt x="187548" y="0"/>
                  <a:pt x="215899" y="0"/>
                </a:cubicBezTo>
                <a:close/>
              </a:path>
            </a:pathLst>
          </a:custGeom>
          <a:solidFill>
            <a:schemeClr val="accent1"/>
          </a:solidFill>
          <a:ln w="25400" cap="flat" cmpd="sng">
            <a:solidFill>
              <a:srgbClr val="385D8A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lang="en-US" sz="1000" b="1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제조 기술</a:t>
            </a:r>
            <a:endParaRPr/>
          </a:p>
        </p:txBody>
      </p:sp>
      <p:cxnSp>
        <p:nvCxnSpPr>
          <p:cNvPr id="322" name="Google Shape;322;p17"/>
          <p:cNvCxnSpPr/>
          <p:nvPr/>
        </p:nvCxnSpPr>
        <p:spPr>
          <a:xfrm rot="5400000">
            <a:off x="6832600" y="4370262"/>
            <a:ext cx="568200" cy="3300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rgbClr val="4A7EBB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323" name="Google Shape;323;p17"/>
          <p:cNvCxnSpPr/>
          <p:nvPr/>
        </p:nvCxnSpPr>
        <p:spPr>
          <a:xfrm rot="-5400000" flipH="1">
            <a:off x="1689138" y="4368763"/>
            <a:ext cx="568200" cy="6300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rgbClr val="4A7EBB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324" name="Google Shape;324;p17"/>
          <p:cNvCxnSpPr/>
          <p:nvPr/>
        </p:nvCxnSpPr>
        <p:spPr>
          <a:xfrm rot="-5400000" flipH="1">
            <a:off x="2398712" y="3865562"/>
            <a:ext cx="866700" cy="714300"/>
          </a:xfrm>
          <a:prstGeom prst="bentConnector2">
            <a:avLst/>
          </a:prstGeom>
          <a:noFill/>
          <a:ln w="9525" cap="flat" cmpd="sng">
            <a:solidFill>
              <a:srgbClr val="4A7EBB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325" name="Google Shape;325;p17"/>
          <p:cNvCxnSpPr/>
          <p:nvPr/>
        </p:nvCxnSpPr>
        <p:spPr>
          <a:xfrm rot="5400000">
            <a:off x="5819825" y="3887812"/>
            <a:ext cx="860400" cy="676200"/>
          </a:xfrm>
          <a:prstGeom prst="bentConnector2">
            <a:avLst/>
          </a:prstGeom>
          <a:noFill/>
          <a:ln w="9525" cap="flat" cmpd="sng">
            <a:solidFill>
              <a:srgbClr val="4A7EBB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326" name="Google Shape;326;p17"/>
          <p:cNvSpPr/>
          <p:nvPr/>
        </p:nvSpPr>
        <p:spPr>
          <a:xfrm>
            <a:off x="5411787" y="4764087"/>
            <a:ext cx="1023937" cy="431800"/>
          </a:xfrm>
          <a:custGeom>
            <a:avLst/>
            <a:gdLst/>
            <a:ahLst/>
            <a:cxnLst/>
            <a:rect l="l" t="t" r="r" b="b"/>
            <a:pathLst>
              <a:path w="1023937" h="431800" extrusionOk="0">
                <a:moveTo>
                  <a:pt x="215900" y="0"/>
                </a:moveTo>
                <a:lnTo>
                  <a:pt x="1023937" y="0"/>
                </a:lnTo>
                <a:lnTo>
                  <a:pt x="1023937" y="0"/>
                </a:lnTo>
                <a:lnTo>
                  <a:pt x="1023937" y="431800"/>
                </a:lnTo>
                <a:lnTo>
                  <a:pt x="0" y="431800"/>
                </a:lnTo>
                <a:lnTo>
                  <a:pt x="0" y="215900"/>
                </a:lnTo>
                <a:lnTo>
                  <a:pt x="0" y="215900"/>
                </a:lnTo>
                <a:cubicBezTo>
                  <a:pt x="0" y="187548"/>
                  <a:pt x="5584" y="159472"/>
                  <a:pt x="16434" y="133278"/>
                </a:cubicBezTo>
                <a:cubicBezTo>
                  <a:pt x="27284" y="107085"/>
                  <a:pt x="43187" y="83283"/>
                  <a:pt x="63235" y="63235"/>
                </a:cubicBezTo>
                <a:cubicBezTo>
                  <a:pt x="83283" y="43187"/>
                  <a:pt x="107085" y="27284"/>
                  <a:pt x="133278" y="16434"/>
                </a:cubicBezTo>
                <a:cubicBezTo>
                  <a:pt x="159472" y="5584"/>
                  <a:pt x="187548" y="0"/>
                  <a:pt x="215899" y="0"/>
                </a:cubicBezTo>
                <a:close/>
              </a:path>
            </a:pathLst>
          </a:custGeom>
          <a:solidFill>
            <a:schemeClr val="accent1"/>
          </a:solidFill>
          <a:ln w="25400" cap="flat" cmpd="sng">
            <a:solidFill>
              <a:srgbClr val="385D8A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lang="en-US" sz="1000" b="1" i="0" u="non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설계팀</a:t>
            </a:r>
            <a:endParaRPr dirty="0"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lang="en-US" sz="1000" b="1" i="0" u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(2명)</a:t>
            </a:r>
            <a:endParaRPr dirty="0"/>
          </a:p>
        </p:txBody>
      </p:sp>
      <p:sp>
        <p:nvSpPr>
          <p:cNvPr id="327" name="Google Shape;327;p17"/>
          <p:cNvSpPr/>
          <p:nvPr/>
        </p:nvSpPr>
        <p:spPr>
          <a:xfrm>
            <a:off x="5840412" y="4656137"/>
            <a:ext cx="144600" cy="144600"/>
          </a:xfrm>
          <a:prstGeom prst="ellipse">
            <a:avLst/>
          </a:prstGeom>
          <a:solidFill>
            <a:schemeClr val="accent1"/>
          </a:solidFill>
          <a:ln w="381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8" name="Google Shape;328;p17"/>
          <p:cNvSpPr/>
          <p:nvPr/>
        </p:nvSpPr>
        <p:spPr>
          <a:xfrm>
            <a:off x="7046912" y="3943350"/>
            <a:ext cx="142800" cy="144600"/>
          </a:xfrm>
          <a:prstGeom prst="ellipse">
            <a:avLst/>
          </a:prstGeom>
          <a:solidFill>
            <a:schemeClr val="accent1"/>
          </a:solidFill>
          <a:ln w="381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9" name="Google Shape;329;p17"/>
          <p:cNvSpPr/>
          <p:nvPr/>
        </p:nvSpPr>
        <p:spPr>
          <a:xfrm>
            <a:off x="7031037" y="3500437"/>
            <a:ext cx="142800" cy="144600"/>
          </a:xfrm>
          <a:prstGeom prst="ellipse">
            <a:avLst/>
          </a:prstGeom>
          <a:solidFill>
            <a:schemeClr val="accent1"/>
          </a:solidFill>
          <a:ln w="381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0" name="Google Shape;330;p17"/>
          <p:cNvSpPr txBox="1"/>
          <p:nvPr/>
        </p:nvSpPr>
        <p:spPr>
          <a:xfrm>
            <a:off x="5408611" y="5238750"/>
            <a:ext cx="1216025" cy="4258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3975" tIns="41975" rIns="83975" bIns="41975" anchor="t" anchorCtr="0">
            <a:spAutoFit/>
          </a:bodyPr>
          <a:lstStyle/>
          <a:p>
            <a:pPr marL="157162" marR="0" lvl="0" indent="-15716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oto Sans Symbols"/>
              <a:buChar char="✓"/>
            </a:pPr>
            <a:r>
              <a:rPr lang="en-US" sz="900" b="0" i="0" u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기구</a:t>
            </a:r>
            <a:r>
              <a:rPr lang="en-US" sz="900" b="0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900" b="0" i="0" u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설계</a:t>
            </a:r>
            <a:endParaRPr dirty="0"/>
          </a:p>
          <a:p>
            <a:pPr marL="157162" marR="0" lvl="0" indent="-157162" algn="l" rtl="0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oto Sans Symbols"/>
              <a:buChar char="✓"/>
            </a:pPr>
            <a:r>
              <a:rPr lang="en-US" sz="900" b="0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S/W (PLC, PC)</a:t>
            </a:r>
            <a:endParaRPr dirty="0"/>
          </a:p>
        </p:txBody>
      </p:sp>
      <p:sp>
        <p:nvSpPr>
          <p:cNvPr id="331" name="Google Shape;331;p17"/>
          <p:cNvSpPr txBox="1"/>
          <p:nvPr/>
        </p:nvSpPr>
        <p:spPr>
          <a:xfrm>
            <a:off x="1397000" y="5240337"/>
            <a:ext cx="1125600" cy="43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3975" tIns="41975" rIns="83975" bIns="41975" anchor="t" anchorCtr="0">
            <a:spAutoFit/>
          </a:bodyPr>
          <a:lstStyle/>
          <a:p>
            <a:pPr marL="157162" marR="0" lvl="0" indent="-15716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oto Sans Symbols"/>
              <a:buChar char="✓"/>
            </a:pPr>
            <a:r>
              <a:rPr lang="en-US" sz="9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인사, 총무</a:t>
            </a:r>
            <a:endParaRPr/>
          </a:p>
          <a:p>
            <a:pPr marL="157162" marR="0" lvl="0" indent="-157162" algn="l" rtl="0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oto Sans Symbols"/>
              <a:buChar char="✓"/>
            </a:pPr>
            <a:r>
              <a:rPr lang="en-US" sz="9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회계, 재무 관리</a:t>
            </a:r>
            <a:endParaRPr/>
          </a:p>
        </p:txBody>
      </p:sp>
      <p:sp>
        <p:nvSpPr>
          <p:cNvPr id="332" name="Google Shape;332;p17"/>
          <p:cNvSpPr txBox="1"/>
          <p:nvPr/>
        </p:nvSpPr>
        <p:spPr>
          <a:xfrm>
            <a:off x="2635250" y="5238750"/>
            <a:ext cx="1060500" cy="63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3975" tIns="41975" rIns="83975" bIns="41975" anchor="t" anchorCtr="0">
            <a:spAutoFit/>
          </a:bodyPr>
          <a:lstStyle/>
          <a:p>
            <a:pPr marL="157162" marR="0" lvl="0" indent="-15716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oto Sans Symbols"/>
              <a:buChar char="✓"/>
            </a:pPr>
            <a:r>
              <a:rPr lang="en-US" sz="9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구매관리</a:t>
            </a:r>
            <a:endParaRPr/>
          </a:p>
          <a:p>
            <a:pPr marL="157162" marR="0" lvl="0" indent="-157162" algn="l" rtl="0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oto Sans Symbols"/>
              <a:buChar char="✓"/>
            </a:pPr>
            <a:r>
              <a:rPr lang="en-US" sz="9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자재관리</a:t>
            </a:r>
            <a:endParaRPr/>
          </a:p>
          <a:p>
            <a:pPr marL="157162" marR="0" lvl="0" indent="-157162" algn="l" rtl="0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oto Sans Symbols"/>
              <a:buChar char="✓"/>
            </a:pPr>
            <a:r>
              <a:rPr lang="en-US" sz="9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협력업체 관리</a:t>
            </a:r>
            <a:endParaRPr/>
          </a:p>
        </p:txBody>
      </p:sp>
      <p:sp>
        <p:nvSpPr>
          <p:cNvPr id="333" name="Google Shape;333;p17"/>
          <p:cNvSpPr txBox="1"/>
          <p:nvPr/>
        </p:nvSpPr>
        <p:spPr>
          <a:xfrm>
            <a:off x="3973512" y="4116387"/>
            <a:ext cx="1043100" cy="63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3975" tIns="41975" rIns="83975" bIns="41975" anchor="t" anchorCtr="0">
            <a:spAutoFit/>
          </a:bodyPr>
          <a:lstStyle/>
          <a:p>
            <a:pPr marL="157162" marR="0" lvl="0" indent="-15716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oto Sans Symbols"/>
              <a:buChar char="✓"/>
            </a:pPr>
            <a:r>
              <a:rPr lang="en-US" sz="9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ISO</a:t>
            </a:r>
            <a:endParaRPr/>
          </a:p>
          <a:p>
            <a:pPr marL="157162" marR="0" lvl="0" indent="-157162" algn="l" rtl="0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oto Sans Symbols"/>
              <a:buChar char="✓"/>
            </a:pPr>
            <a:r>
              <a:rPr lang="en-US" sz="9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Certificate </a:t>
            </a:r>
            <a:endParaRPr/>
          </a:p>
          <a:p>
            <a:pPr marL="157162" marR="0" lvl="0" indent="-157162" algn="l" rtl="0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oto Sans Symbols"/>
              <a:buChar char="✓"/>
            </a:pPr>
            <a:r>
              <a:rPr lang="en-US" sz="9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개(재)정, 관리</a:t>
            </a:r>
            <a:endParaRPr/>
          </a:p>
        </p:txBody>
      </p:sp>
      <p:sp>
        <p:nvSpPr>
          <p:cNvPr id="334" name="Google Shape;334;p17"/>
          <p:cNvSpPr txBox="1"/>
          <p:nvPr/>
        </p:nvSpPr>
        <p:spPr>
          <a:xfrm>
            <a:off x="6624637" y="5248275"/>
            <a:ext cx="946200" cy="43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3975" tIns="41975" rIns="83975" bIns="41975" anchor="t" anchorCtr="0">
            <a:spAutoFit/>
          </a:bodyPr>
          <a:lstStyle/>
          <a:p>
            <a:pPr marL="157162" marR="0" lvl="0" indent="-15716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oto Sans Symbols"/>
              <a:buChar char="✓"/>
            </a:pPr>
            <a:r>
              <a:rPr lang="en-US" sz="9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반도체/FPD</a:t>
            </a:r>
            <a:endParaRPr/>
          </a:p>
          <a:p>
            <a:pPr marL="157162" marR="0" lvl="0" indent="-157162" algn="l" rtl="0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oto Sans Symbols"/>
              <a:buChar char="✓"/>
            </a:pPr>
            <a:r>
              <a:rPr lang="en-US" sz="9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자동화 설비</a:t>
            </a:r>
            <a:endParaRPr/>
          </a:p>
        </p:txBody>
      </p:sp>
      <p:sp>
        <p:nvSpPr>
          <p:cNvPr id="335" name="Google Shape;335;p17"/>
          <p:cNvSpPr/>
          <p:nvPr/>
        </p:nvSpPr>
        <p:spPr>
          <a:xfrm>
            <a:off x="6094412" y="1957387"/>
            <a:ext cx="1022350" cy="431800"/>
          </a:xfrm>
          <a:custGeom>
            <a:avLst/>
            <a:gdLst/>
            <a:ahLst/>
            <a:cxnLst/>
            <a:rect l="l" t="t" r="r" b="b"/>
            <a:pathLst>
              <a:path w="1022350" h="431800" extrusionOk="0">
                <a:moveTo>
                  <a:pt x="215900" y="0"/>
                </a:moveTo>
                <a:lnTo>
                  <a:pt x="1022350" y="0"/>
                </a:lnTo>
                <a:lnTo>
                  <a:pt x="1022350" y="0"/>
                </a:lnTo>
                <a:lnTo>
                  <a:pt x="1022350" y="431800"/>
                </a:lnTo>
                <a:lnTo>
                  <a:pt x="0" y="431800"/>
                </a:lnTo>
                <a:lnTo>
                  <a:pt x="0" y="215900"/>
                </a:lnTo>
                <a:lnTo>
                  <a:pt x="0" y="215900"/>
                </a:lnTo>
                <a:cubicBezTo>
                  <a:pt x="0" y="187548"/>
                  <a:pt x="5584" y="159472"/>
                  <a:pt x="16434" y="133278"/>
                </a:cubicBezTo>
                <a:cubicBezTo>
                  <a:pt x="27284" y="107085"/>
                  <a:pt x="43187" y="83283"/>
                  <a:pt x="63235" y="63235"/>
                </a:cubicBezTo>
                <a:cubicBezTo>
                  <a:pt x="83283" y="43187"/>
                  <a:pt x="107085" y="27284"/>
                  <a:pt x="133278" y="16434"/>
                </a:cubicBezTo>
                <a:cubicBezTo>
                  <a:pt x="159472" y="5584"/>
                  <a:pt x="187548" y="0"/>
                  <a:pt x="215899" y="0"/>
                </a:cubicBezTo>
                <a:close/>
              </a:path>
            </a:pathLst>
          </a:custGeom>
          <a:solidFill>
            <a:schemeClr val="accent1"/>
          </a:solidFill>
          <a:ln w="25400" cap="flat" cmpd="sng">
            <a:solidFill>
              <a:srgbClr val="385D8A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lang="en-US" sz="1000" b="1" i="0" u="non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기술</a:t>
            </a:r>
            <a:r>
              <a:rPr lang="en-US" sz="1000" b="1" i="0" u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000" b="1" i="0" u="non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연구소</a:t>
            </a:r>
            <a:endParaRPr dirty="0"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lang="en-US" sz="1000" b="1" i="0" u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(2명)</a:t>
            </a:r>
            <a:endParaRPr dirty="0"/>
          </a:p>
        </p:txBody>
      </p:sp>
      <p:sp>
        <p:nvSpPr>
          <p:cNvPr id="336" name="Google Shape;336;p17"/>
          <p:cNvSpPr/>
          <p:nvPr/>
        </p:nvSpPr>
        <p:spPr>
          <a:xfrm>
            <a:off x="5989637" y="2162175"/>
            <a:ext cx="142800" cy="144600"/>
          </a:xfrm>
          <a:prstGeom prst="ellipse">
            <a:avLst/>
          </a:prstGeom>
          <a:solidFill>
            <a:schemeClr val="accent1"/>
          </a:solidFill>
          <a:ln w="381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7" name="Google Shape;337;p17"/>
          <p:cNvSpPr/>
          <p:nvPr/>
        </p:nvSpPr>
        <p:spPr>
          <a:xfrm>
            <a:off x="4000500" y="3579812"/>
            <a:ext cx="1022350" cy="431800"/>
          </a:xfrm>
          <a:custGeom>
            <a:avLst/>
            <a:gdLst/>
            <a:ahLst/>
            <a:cxnLst/>
            <a:rect l="l" t="t" r="r" b="b"/>
            <a:pathLst>
              <a:path w="1022350" h="431800" extrusionOk="0">
                <a:moveTo>
                  <a:pt x="215900" y="0"/>
                </a:moveTo>
                <a:lnTo>
                  <a:pt x="1022350" y="0"/>
                </a:lnTo>
                <a:lnTo>
                  <a:pt x="1022350" y="0"/>
                </a:lnTo>
                <a:lnTo>
                  <a:pt x="1022350" y="431800"/>
                </a:lnTo>
                <a:lnTo>
                  <a:pt x="0" y="431800"/>
                </a:lnTo>
                <a:lnTo>
                  <a:pt x="0" y="215900"/>
                </a:lnTo>
                <a:lnTo>
                  <a:pt x="0" y="215900"/>
                </a:lnTo>
                <a:cubicBezTo>
                  <a:pt x="0" y="187548"/>
                  <a:pt x="5584" y="159472"/>
                  <a:pt x="16434" y="133278"/>
                </a:cubicBezTo>
                <a:cubicBezTo>
                  <a:pt x="27284" y="107085"/>
                  <a:pt x="43187" y="83283"/>
                  <a:pt x="63235" y="63235"/>
                </a:cubicBezTo>
                <a:cubicBezTo>
                  <a:pt x="83283" y="43187"/>
                  <a:pt x="107085" y="27284"/>
                  <a:pt x="133278" y="16434"/>
                </a:cubicBezTo>
                <a:cubicBezTo>
                  <a:pt x="159472" y="5584"/>
                  <a:pt x="187548" y="0"/>
                  <a:pt x="215899" y="0"/>
                </a:cubicBezTo>
                <a:close/>
              </a:path>
            </a:pathLst>
          </a:custGeom>
          <a:solidFill>
            <a:schemeClr val="accent1"/>
          </a:solidFill>
          <a:ln w="25400" cap="flat" cmpd="sng">
            <a:solidFill>
              <a:srgbClr val="385D8A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lang="en-US" sz="1000" b="1" i="0" u="non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품질팀</a:t>
            </a:r>
            <a:endParaRPr dirty="0"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lang="en-US" sz="1000" b="1" i="0" u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(1명)</a:t>
            </a:r>
            <a:endParaRPr dirty="0"/>
          </a:p>
        </p:txBody>
      </p:sp>
      <p:sp>
        <p:nvSpPr>
          <p:cNvPr id="338" name="Google Shape;338;p17"/>
          <p:cNvSpPr/>
          <p:nvPr/>
        </p:nvSpPr>
        <p:spPr>
          <a:xfrm>
            <a:off x="4484687" y="3500437"/>
            <a:ext cx="142800" cy="144600"/>
          </a:xfrm>
          <a:prstGeom prst="ellipse">
            <a:avLst/>
          </a:prstGeom>
          <a:solidFill>
            <a:schemeClr val="accent1"/>
          </a:solidFill>
          <a:ln w="381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9" name="Google Shape;339;p17"/>
          <p:cNvSpPr/>
          <p:nvPr/>
        </p:nvSpPr>
        <p:spPr>
          <a:xfrm>
            <a:off x="1898650" y="3943350"/>
            <a:ext cx="142800" cy="144600"/>
          </a:xfrm>
          <a:prstGeom prst="ellipse">
            <a:avLst/>
          </a:prstGeom>
          <a:solidFill>
            <a:schemeClr val="accent1"/>
          </a:solidFill>
          <a:ln w="381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0" name="Google Shape;340;p17"/>
          <p:cNvSpPr/>
          <p:nvPr/>
        </p:nvSpPr>
        <p:spPr>
          <a:xfrm>
            <a:off x="1898650" y="3500437"/>
            <a:ext cx="142800" cy="144600"/>
          </a:xfrm>
          <a:prstGeom prst="ellipse">
            <a:avLst/>
          </a:prstGeom>
          <a:solidFill>
            <a:schemeClr val="accent1"/>
          </a:solidFill>
          <a:ln w="381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41" name="Google Shape;341;p17"/>
          <p:cNvCxnSpPr/>
          <p:nvPr/>
        </p:nvCxnSpPr>
        <p:spPr>
          <a:xfrm rot="5400000">
            <a:off x="3774287" y="2713787"/>
            <a:ext cx="1568400" cy="4800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rgbClr val="4A7EBB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342" name="Google Shape;342;p17"/>
          <p:cNvCxnSpPr/>
          <p:nvPr/>
        </p:nvCxnSpPr>
        <p:spPr>
          <a:xfrm flipH="1">
            <a:off x="1970087" y="1931987"/>
            <a:ext cx="2590800" cy="1568400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rgbClr val="4A7EBB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343" name="Google Shape;343;p17"/>
          <p:cNvCxnSpPr/>
          <p:nvPr/>
        </p:nvCxnSpPr>
        <p:spPr>
          <a:xfrm>
            <a:off x="4560888" y="1931987"/>
            <a:ext cx="2541600" cy="1568400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rgbClr val="4A7EBB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344" name="Google Shape;344;p17"/>
          <p:cNvSpPr txBox="1"/>
          <p:nvPr/>
        </p:nvSpPr>
        <p:spPr>
          <a:xfrm>
            <a:off x="7183437" y="1968500"/>
            <a:ext cx="1101600" cy="43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3975" tIns="41975" rIns="83975" bIns="41975" anchor="t" anchorCtr="0">
            <a:spAutoFit/>
          </a:bodyPr>
          <a:lstStyle/>
          <a:p>
            <a:pPr marL="157162" marR="0" lvl="0" indent="-15716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oto Sans Symbols"/>
              <a:buChar char="✓"/>
            </a:pPr>
            <a:r>
              <a:rPr lang="en-US" sz="9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신규 기술 사업</a:t>
            </a:r>
            <a:endParaRPr/>
          </a:p>
          <a:p>
            <a:pPr marL="157162" marR="0" lvl="0" indent="-157162" algn="l" rtl="0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oto Sans Symbols"/>
              <a:buChar char="✓"/>
            </a:pPr>
            <a:r>
              <a:rPr lang="en-US" sz="9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장비/Part</a:t>
            </a:r>
            <a:endParaRPr/>
          </a:p>
        </p:txBody>
      </p:sp>
      <p:sp>
        <p:nvSpPr>
          <p:cNvPr id="345" name="Google Shape;345;p17"/>
          <p:cNvSpPr txBox="1"/>
          <p:nvPr/>
        </p:nvSpPr>
        <p:spPr>
          <a:xfrm>
            <a:off x="7815262" y="5248275"/>
            <a:ext cx="1184400" cy="4258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3975" tIns="41975" rIns="83975" bIns="41975" anchor="t" anchorCtr="0">
            <a:spAutoFit/>
          </a:bodyPr>
          <a:lstStyle/>
          <a:p>
            <a:pPr marL="157162" marR="0" lvl="0" indent="-15716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oto Sans Symbols"/>
              <a:buChar char="✓"/>
            </a:pPr>
            <a:r>
              <a:rPr lang="en-US" sz="900" b="0" i="0" u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국내</a:t>
            </a:r>
            <a:r>
              <a:rPr lang="en-US" sz="900" b="0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3명</a:t>
            </a:r>
            <a:endParaRPr dirty="0"/>
          </a:p>
          <a:p>
            <a:pPr marL="157162" marR="0" lvl="0" indent="-157162" algn="l" rtl="0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oto Sans Symbols"/>
              <a:buChar char="✓"/>
            </a:pPr>
            <a:r>
              <a:rPr lang="en-US" sz="900" b="0" i="0" u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해외</a:t>
            </a:r>
            <a:r>
              <a:rPr lang="en-US" sz="900" b="0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</a:t>
            </a:r>
            <a:r>
              <a:rPr lang="en-US" sz="900" b="0" i="0" u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중국</a:t>
            </a:r>
            <a:r>
              <a:rPr lang="en-US" sz="900" b="0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 </a:t>
            </a:r>
            <a:r>
              <a:rPr lang="en-US" sz="900" dirty="0">
                <a:solidFill>
                  <a:schemeClr val="dk1"/>
                </a:solidFill>
              </a:rPr>
              <a:t>0</a:t>
            </a:r>
            <a:r>
              <a:rPr lang="en-US" sz="900" b="0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명</a:t>
            </a:r>
            <a:endParaRPr sz="900" b="0" i="0" u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18"/>
          <p:cNvSpPr txBox="1">
            <a:spLocks noGrp="1"/>
          </p:cNvSpPr>
          <p:nvPr>
            <p:ph type="body" idx="4294967295"/>
          </p:nvPr>
        </p:nvSpPr>
        <p:spPr>
          <a:xfrm>
            <a:off x="401637" y="139700"/>
            <a:ext cx="6657900" cy="50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7. </a:t>
            </a:r>
            <a:r>
              <a:rPr lang="en-US" sz="2400" b="1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자동화</a:t>
            </a:r>
            <a:r>
              <a:rPr lang="en-US" sz="24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 b="1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사업</a:t>
            </a:r>
            <a:r>
              <a:rPr lang="en-US" sz="24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 TSP )</a:t>
            </a:r>
            <a:endParaRPr sz="24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2" name="Google Shape;352;p18"/>
          <p:cNvSpPr txBox="1"/>
          <p:nvPr/>
        </p:nvSpPr>
        <p:spPr>
          <a:xfrm>
            <a:off x="-1512887" y="2889250"/>
            <a:ext cx="184200" cy="338100"/>
          </a:xfrm>
          <a:prstGeom prst="rect">
            <a:avLst/>
          </a:prstGeom>
          <a:noFill/>
          <a:ln w="9525" cap="flat" cmpd="sng">
            <a:solidFill>
              <a:srgbClr val="A6A6A6">
                <a:alpha val="0"/>
              </a:srgbClr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3" name="Google Shape;353;p18"/>
          <p:cNvSpPr txBox="1"/>
          <p:nvPr/>
        </p:nvSpPr>
        <p:spPr>
          <a:xfrm>
            <a:off x="611187" y="895350"/>
            <a:ext cx="3570300" cy="56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8000" tIns="64000" rIns="128000" bIns="64000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8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-CELL LAMINATOR</a:t>
            </a:r>
            <a:endParaRPr/>
          </a:p>
        </p:txBody>
      </p:sp>
      <p:graphicFrame>
        <p:nvGraphicFramePr>
          <p:cNvPr id="354" name="Google Shape;354;p18"/>
          <p:cNvGraphicFramePr/>
          <p:nvPr/>
        </p:nvGraphicFramePr>
        <p:xfrm>
          <a:off x="2557462" y="1530350"/>
          <a:ext cx="5535600" cy="1857325"/>
        </p:xfrm>
        <a:graphic>
          <a:graphicData uri="http://schemas.openxmlformats.org/drawingml/2006/table">
            <a:tbl>
              <a:tblPr>
                <a:noFill/>
                <a:tableStyleId>{F7422C57-60C0-46EB-BFA9-FFDC74DB2AE7}</a:tableStyleId>
              </a:tblPr>
              <a:tblGrid>
                <a:gridCol w="18700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655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71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b="0" i="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Application</a:t>
                      </a:r>
                      <a:endParaRPr/>
                    </a:p>
                  </a:txBody>
                  <a:tcPr marL="91425" marR="91425" marT="45700" marB="45700" anchor="ctr"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b="0" i="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ITO Film, Cell Glass, OCA Film</a:t>
                      </a:r>
                      <a:endParaRPr/>
                    </a:p>
                  </a:txBody>
                  <a:tcPr marL="91425" marR="91425" marT="45700" marB="457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70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b="0" i="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Applicable size</a:t>
                      </a:r>
                      <a:endParaRPr/>
                    </a:p>
                  </a:txBody>
                  <a:tcPr marL="91425" marR="91425" marT="45700" marB="45700" anchor="ctr"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b="0" i="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3” ~ 5”, 6” ~ 10”, 10” ~ 12.4”, </a:t>
                      </a:r>
                      <a:endParaRPr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b="0" i="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13.1” ~ 14.6”</a:t>
                      </a:r>
                      <a:endParaRPr/>
                    </a:p>
                  </a:txBody>
                  <a:tcPr marL="91425" marR="91425" marT="45700" marB="457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71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b="0" i="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Tact time</a:t>
                      </a:r>
                      <a:endParaRPr/>
                    </a:p>
                  </a:txBody>
                  <a:tcPr marL="91425" marR="91425" marT="45700" marB="45700" anchor="ctr"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b="0" i="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12sec/cell (10”기준, Loading &amp; Unloading 제외)</a:t>
                      </a:r>
                      <a:endParaRPr/>
                    </a:p>
                  </a:txBody>
                  <a:tcPr marL="91425" marR="91425" marT="45700" marB="457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71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b="0" i="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Alignment Accuracy</a:t>
                      </a:r>
                      <a:endParaRPr/>
                    </a:p>
                  </a:txBody>
                  <a:tcPr marL="91425" marR="91425" marT="45700" marB="45700" anchor="ctr"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b="0" i="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±100㎛, (Vision Auto camera 4Position)</a:t>
                      </a:r>
                      <a:endParaRPr/>
                    </a:p>
                  </a:txBody>
                  <a:tcPr marL="91425" marR="91425" marT="45700" marB="457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87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b="0" i="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System Software</a:t>
                      </a:r>
                      <a:endParaRPr/>
                    </a:p>
                  </a:txBody>
                  <a:tcPr marL="91425" marR="91425" marT="45700" marB="45700" anchor="ctr"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b="0" i="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PC &amp; PLC Main Controller</a:t>
                      </a:r>
                      <a:endParaRPr/>
                    </a:p>
                  </a:txBody>
                  <a:tcPr marL="91425" marR="91425" marT="45700" marB="457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355" name="Google Shape;355;p18" descr="전면사진(수정)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85812" y="1468437"/>
            <a:ext cx="1603375" cy="19812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  <a:softEdge rad="38100"/>
          </a:effectLst>
        </p:spPr>
      </p:pic>
      <p:sp>
        <p:nvSpPr>
          <p:cNvPr id="356" name="Google Shape;356;p18"/>
          <p:cNvSpPr txBox="1"/>
          <p:nvPr/>
        </p:nvSpPr>
        <p:spPr>
          <a:xfrm>
            <a:off x="611187" y="3475037"/>
            <a:ext cx="4800600" cy="56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8000" tIns="64000" rIns="128000" bIns="64000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2800"/>
              <a:buFont typeface="Arial"/>
              <a:buNone/>
            </a:pPr>
            <a:r>
              <a:rPr lang="en-US" sz="2800" b="1" i="0" u="none" dirty="0">
                <a:solidFill>
                  <a:srgbClr val="0D0D0D"/>
                </a:solidFill>
                <a:latin typeface="Arial"/>
                <a:ea typeface="Arial"/>
                <a:cs typeface="Arial"/>
                <a:sym typeface="Arial"/>
              </a:rPr>
              <a:t>-</a:t>
            </a:r>
            <a:r>
              <a:rPr lang="en-US" sz="2800" b="1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VISION CELL LAMINATOR</a:t>
            </a:r>
            <a:endParaRPr dirty="0"/>
          </a:p>
        </p:txBody>
      </p:sp>
      <p:graphicFrame>
        <p:nvGraphicFramePr>
          <p:cNvPr id="357" name="Google Shape;357;p18"/>
          <p:cNvGraphicFramePr/>
          <p:nvPr>
            <p:extLst>
              <p:ext uri="{D42A27DB-BD31-4B8C-83A1-F6EECF244321}">
                <p14:modId xmlns:p14="http://schemas.microsoft.com/office/powerpoint/2010/main" val="4118864864"/>
              </p:ext>
            </p:extLst>
          </p:nvPr>
        </p:nvGraphicFramePr>
        <p:xfrm>
          <a:off x="763587" y="4410192"/>
          <a:ext cx="5535600" cy="1679550"/>
        </p:xfrm>
        <a:graphic>
          <a:graphicData uri="http://schemas.openxmlformats.org/drawingml/2006/table">
            <a:tbl>
              <a:tblPr>
                <a:noFill/>
                <a:tableStyleId>{F7422C57-60C0-46EB-BFA9-FFDC74DB2AE7}</a:tableStyleId>
              </a:tblPr>
              <a:tblGrid>
                <a:gridCol w="18700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655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65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b="0" i="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Application</a:t>
                      </a:r>
                      <a:endParaRPr/>
                    </a:p>
                  </a:txBody>
                  <a:tcPr marL="91425" marR="91425" marT="45700" marB="45700" anchor="ctr"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b="0" i="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ITO Film, Cell Glass, OCA Film</a:t>
                      </a:r>
                      <a:endParaRPr/>
                    </a:p>
                  </a:txBody>
                  <a:tcPr marL="91425" marR="91425" marT="45700" marB="457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49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b="0" i="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Applicable size</a:t>
                      </a:r>
                      <a:endParaRPr/>
                    </a:p>
                  </a:txBody>
                  <a:tcPr marL="91425" marR="91425" marT="45700" marB="45700" anchor="ctr"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b="0" i="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3” ~ 5”, 6” ~ 10”, 10” ~ 12.4”, 13.1” ~ 14.6”</a:t>
                      </a:r>
                      <a:endParaRPr/>
                    </a:p>
                  </a:txBody>
                  <a:tcPr marL="91425" marR="91425" marT="45700" marB="457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65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b="0" i="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Tact time</a:t>
                      </a:r>
                      <a:endParaRPr/>
                    </a:p>
                  </a:txBody>
                  <a:tcPr marL="91425" marR="91425" marT="45700" marB="45700" anchor="ctr"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b="0" i="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14sec/cell(10”기준, Loading &amp; Unloading 제외)</a:t>
                      </a:r>
                      <a:endParaRPr/>
                    </a:p>
                  </a:txBody>
                  <a:tcPr marL="91425" marR="91425" marT="45700" marB="457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49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b="0" i="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Alignment Accuracy</a:t>
                      </a:r>
                      <a:endParaRPr/>
                    </a:p>
                  </a:txBody>
                  <a:tcPr marL="91425" marR="91425" marT="45700" marB="45700" anchor="ctr"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b="0" i="0" u="none" dirty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±30㎛, (Vision Auto camera 4Position)</a:t>
                      </a:r>
                      <a:endParaRPr dirty="0"/>
                    </a:p>
                  </a:txBody>
                  <a:tcPr marL="91425" marR="91425" marT="45700" marB="457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65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b="0" i="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System Software</a:t>
                      </a:r>
                      <a:endParaRPr/>
                    </a:p>
                  </a:txBody>
                  <a:tcPr marL="91425" marR="91425" marT="45700" marB="45700" anchor="ctr"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b="0" i="0" u="none" dirty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PC &amp; PLC Main Controller</a:t>
                      </a:r>
                      <a:endParaRPr dirty="0"/>
                    </a:p>
                  </a:txBody>
                  <a:tcPr marL="91425" marR="91425" marT="45700" marB="457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358" name="Google Shape;358;p18" descr="20140507_14373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92900" y="3949700"/>
            <a:ext cx="1927225" cy="2347912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  <a:softEdge rad="12700"/>
          </a:effec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19"/>
          <p:cNvSpPr txBox="1">
            <a:spLocks noGrp="1"/>
          </p:cNvSpPr>
          <p:nvPr>
            <p:ph type="body" idx="4294967295"/>
          </p:nvPr>
        </p:nvSpPr>
        <p:spPr>
          <a:xfrm>
            <a:off x="401637" y="139700"/>
            <a:ext cx="6657900" cy="50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7. </a:t>
            </a:r>
            <a:r>
              <a:rPr lang="en-US" sz="2400" b="1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자동화</a:t>
            </a:r>
            <a:r>
              <a:rPr lang="en-US" sz="24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 b="1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사업</a:t>
            </a:r>
            <a:r>
              <a:rPr lang="en-US" sz="24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 TSP )</a:t>
            </a:r>
            <a:endParaRPr sz="24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5" name="Google Shape;365;p19"/>
          <p:cNvSpPr txBox="1"/>
          <p:nvPr/>
        </p:nvSpPr>
        <p:spPr>
          <a:xfrm>
            <a:off x="-1512887" y="2889250"/>
            <a:ext cx="184200" cy="338100"/>
          </a:xfrm>
          <a:prstGeom prst="rect">
            <a:avLst/>
          </a:prstGeom>
          <a:noFill/>
          <a:ln w="9525" cap="flat" cmpd="sng">
            <a:solidFill>
              <a:srgbClr val="A6A6A6">
                <a:alpha val="0"/>
              </a:srgbClr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66" name="Google Shape;366;p19"/>
          <p:cNvGraphicFramePr/>
          <p:nvPr/>
        </p:nvGraphicFramePr>
        <p:xfrm>
          <a:off x="2557462" y="1530350"/>
          <a:ext cx="5535600" cy="1857325"/>
        </p:xfrm>
        <a:graphic>
          <a:graphicData uri="http://schemas.openxmlformats.org/drawingml/2006/table">
            <a:tbl>
              <a:tblPr>
                <a:noFill/>
                <a:tableStyleId>{F7422C57-60C0-46EB-BFA9-FFDC74DB2AE7}</a:tableStyleId>
              </a:tblPr>
              <a:tblGrid>
                <a:gridCol w="18700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655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71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b="0" i="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Application</a:t>
                      </a:r>
                      <a:endParaRPr/>
                    </a:p>
                  </a:txBody>
                  <a:tcPr marL="91425" marR="91425" marT="45700" marB="45700" anchor="ctr"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b="0" i="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ITO Film, Cell Glass, OCA Film</a:t>
                      </a:r>
                      <a:endParaRPr/>
                    </a:p>
                  </a:txBody>
                  <a:tcPr marL="91425" marR="91425" marT="45700" marB="457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70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b="0" i="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Applicable size</a:t>
                      </a:r>
                      <a:endParaRPr/>
                    </a:p>
                  </a:txBody>
                  <a:tcPr marL="91425" marR="91425" marT="45700" marB="45700" anchor="ctr"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b="0" i="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3” ~ 5”, 6” ~ 10”, 10” ~ 12.4”, </a:t>
                      </a:r>
                      <a:endParaRPr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b="0" i="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13.1” ~ 14.6”</a:t>
                      </a:r>
                      <a:endParaRPr/>
                    </a:p>
                  </a:txBody>
                  <a:tcPr marL="91425" marR="91425" marT="45700" marB="457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71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b="0" i="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Tact time</a:t>
                      </a:r>
                      <a:endParaRPr/>
                    </a:p>
                  </a:txBody>
                  <a:tcPr marL="91425" marR="91425" marT="45700" marB="45700" anchor="ctr"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b="0" i="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12sec/cell (10”기준, Loading &amp; Unloading 제외)</a:t>
                      </a:r>
                      <a:endParaRPr/>
                    </a:p>
                  </a:txBody>
                  <a:tcPr marL="91425" marR="91425" marT="45700" marB="457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71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b="0" i="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Alignment Accuracy</a:t>
                      </a:r>
                      <a:endParaRPr/>
                    </a:p>
                  </a:txBody>
                  <a:tcPr marL="91425" marR="91425" marT="45700" marB="45700" anchor="ctr"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b="0" i="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±100㎛, (Vision Auto camera 4Position)</a:t>
                      </a:r>
                      <a:endParaRPr/>
                    </a:p>
                  </a:txBody>
                  <a:tcPr marL="91425" marR="91425" marT="45700" marB="457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87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b="0" i="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System Software</a:t>
                      </a:r>
                      <a:endParaRPr/>
                    </a:p>
                  </a:txBody>
                  <a:tcPr marL="91425" marR="91425" marT="45700" marB="45700" anchor="ctr"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b="0" i="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PC &amp; PLC Main Controller</a:t>
                      </a:r>
                      <a:endParaRPr/>
                    </a:p>
                  </a:txBody>
                  <a:tcPr marL="91425" marR="91425" marT="45700" marB="457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367" name="Google Shape;367;p19"/>
          <p:cNvGraphicFramePr/>
          <p:nvPr/>
        </p:nvGraphicFramePr>
        <p:xfrm>
          <a:off x="763587" y="4278312"/>
          <a:ext cx="5535600" cy="1679550"/>
        </p:xfrm>
        <a:graphic>
          <a:graphicData uri="http://schemas.openxmlformats.org/drawingml/2006/table">
            <a:tbl>
              <a:tblPr>
                <a:noFill/>
                <a:tableStyleId>{F7422C57-60C0-46EB-BFA9-FFDC74DB2AE7}</a:tableStyleId>
              </a:tblPr>
              <a:tblGrid>
                <a:gridCol w="18700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655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65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b="0" i="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Application</a:t>
                      </a:r>
                      <a:endParaRPr/>
                    </a:p>
                  </a:txBody>
                  <a:tcPr marL="91425" marR="91425" marT="45700" marB="45700" anchor="ctr"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b="0" i="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ITO Film, PET Film, OCA Film</a:t>
                      </a:r>
                      <a:endParaRPr/>
                    </a:p>
                  </a:txBody>
                  <a:tcPr marL="91425" marR="91425" marT="45700" marB="457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49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b="0" i="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Applicable size</a:t>
                      </a:r>
                      <a:endParaRPr/>
                    </a:p>
                  </a:txBody>
                  <a:tcPr marL="91425" marR="91425" marT="45700" marB="45700" anchor="ctr"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b="0" i="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3Sheet or Roll(Width) ~ 600mm</a:t>
                      </a:r>
                      <a:endParaRPr/>
                    </a:p>
                  </a:txBody>
                  <a:tcPr marL="91425" marR="91425" marT="45700" marB="457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65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b="0" i="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Tact time</a:t>
                      </a:r>
                      <a:endParaRPr/>
                    </a:p>
                  </a:txBody>
                  <a:tcPr marL="91425" marR="91425" marT="45700" marB="45700" anchor="ctr"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b="0" i="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25sec/cell(500mm기준, Loading &amp; Unloading 제외)</a:t>
                      </a:r>
                      <a:endParaRPr/>
                    </a:p>
                  </a:txBody>
                  <a:tcPr marL="91425" marR="91425" marT="45700" marB="457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49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b="0" i="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Alignment Accuracy</a:t>
                      </a:r>
                      <a:endParaRPr/>
                    </a:p>
                  </a:txBody>
                  <a:tcPr marL="91425" marR="91425" marT="45700" marB="45700" anchor="ctr"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b="0" i="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±50㎛, (Vision Auto camera 4Position)</a:t>
                      </a:r>
                      <a:endParaRPr/>
                    </a:p>
                  </a:txBody>
                  <a:tcPr marL="91425" marR="91425" marT="45700" marB="457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65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b="0" i="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System Software</a:t>
                      </a:r>
                      <a:endParaRPr/>
                    </a:p>
                  </a:txBody>
                  <a:tcPr marL="91425" marR="91425" marT="45700" marB="45700" anchor="ctr"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b="0" i="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PC &amp; PLC Main Controller</a:t>
                      </a:r>
                      <a:endParaRPr/>
                    </a:p>
                  </a:txBody>
                  <a:tcPr marL="91425" marR="91425" marT="45700" marB="457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68" name="Google Shape;368;p19"/>
          <p:cNvSpPr txBox="1"/>
          <p:nvPr/>
        </p:nvSpPr>
        <p:spPr>
          <a:xfrm>
            <a:off x="598487" y="908050"/>
            <a:ext cx="6092700" cy="56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8000" tIns="64000" rIns="128000" bIns="64000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8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-VISION DIRECT CELL LAMINATOR</a:t>
            </a:r>
            <a:endParaRPr/>
          </a:p>
        </p:txBody>
      </p:sp>
      <p:pic>
        <p:nvPicPr>
          <p:cNvPr id="369" name="Google Shape;369;p1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3587" y="1969667"/>
            <a:ext cx="1431559" cy="1504705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  <a:softEdge rad="0"/>
          </a:effectLst>
        </p:spPr>
      </p:pic>
      <p:sp>
        <p:nvSpPr>
          <p:cNvPr id="370" name="Google Shape;370;p19"/>
          <p:cNvSpPr txBox="1"/>
          <p:nvPr/>
        </p:nvSpPr>
        <p:spPr>
          <a:xfrm>
            <a:off x="598487" y="3614737"/>
            <a:ext cx="5300700" cy="56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8000" tIns="64000" rIns="128000" bIns="64000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800" b="1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-VISION SHEET LAMINATOR</a:t>
            </a:r>
            <a:endParaRPr dirty="0"/>
          </a:p>
        </p:txBody>
      </p:sp>
      <p:pic>
        <p:nvPicPr>
          <p:cNvPr id="371" name="Google Shape;371;p1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534150" y="3986212"/>
            <a:ext cx="2079625" cy="23114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  <a:softEdge rad="0"/>
          </a:effec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20"/>
          <p:cNvSpPr txBox="1">
            <a:spLocks noGrp="1"/>
          </p:cNvSpPr>
          <p:nvPr>
            <p:ph type="body" idx="4294967295"/>
          </p:nvPr>
        </p:nvSpPr>
        <p:spPr>
          <a:xfrm>
            <a:off x="401637" y="139700"/>
            <a:ext cx="6657900" cy="50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7. </a:t>
            </a:r>
            <a:r>
              <a:rPr lang="en-US" sz="2400" b="1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자동화</a:t>
            </a:r>
            <a:r>
              <a:rPr lang="en-US" sz="24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 b="1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사업</a:t>
            </a:r>
            <a:r>
              <a:rPr lang="en-US" sz="24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 TSP )</a:t>
            </a:r>
            <a:endParaRPr sz="24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8" name="Google Shape;378;p20"/>
          <p:cNvSpPr txBox="1"/>
          <p:nvPr/>
        </p:nvSpPr>
        <p:spPr>
          <a:xfrm>
            <a:off x="-1512887" y="2889250"/>
            <a:ext cx="184200" cy="338100"/>
          </a:xfrm>
          <a:prstGeom prst="rect">
            <a:avLst/>
          </a:prstGeom>
          <a:noFill/>
          <a:ln w="9525" cap="flat" cmpd="sng">
            <a:solidFill>
              <a:srgbClr val="A6A6A6">
                <a:alpha val="0"/>
              </a:srgbClr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9" name="Google Shape;379;p20"/>
          <p:cNvSpPr txBox="1"/>
          <p:nvPr/>
        </p:nvSpPr>
        <p:spPr>
          <a:xfrm>
            <a:off x="593725" y="744537"/>
            <a:ext cx="5516700" cy="56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8000" tIns="64000" rIns="128000" bIns="64000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8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-FULL AUTO CELL LAMINATOR</a:t>
            </a:r>
            <a:endParaRPr/>
          </a:p>
        </p:txBody>
      </p:sp>
      <p:graphicFrame>
        <p:nvGraphicFramePr>
          <p:cNvPr id="380" name="Google Shape;380;p20"/>
          <p:cNvGraphicFramePr/>
          <p:nvPr/>
        </p:nvGraphicFramePr>
        <p:xfrm>
          <a:off x="2992437" y="1443037"/>
          <a:ext cx="5535600" cy="1817650"/>
        </p:xfrm>
        <a:graphic>
          <a:graphicData uri="http://schemas.openxmlformats.org/drawingml/2006/table">
            <a:tbl>
              <a:tblPr>
                <a:noFill/>
                <a:tableStyleId>{F7422C57-60C0-46EB-BFA9-FFDC74DB2AE7}</a:tableStyleId>
              </a:tblPr>
              <a:tblGrid>
                <a:gridCol w="18700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655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71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b="0" i="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Application</a:t>
                      </a:r>
                      <a:endParaRPr/>
                    </a:p>
                  </a:txBody>
                  <a:tcPr marL="91425" marR="91425" marT="45700" marB="45700" anchor="ctr"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b="0" i="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ITO Film, Cell Glass, OCA Film</a:t>
                      </a:r>
                      <a:endParaRPr/>
                    </a:p>
                  </a:txBody>
                  <a:tcPr marL="91425" marR="91425" marT="45700" marB="457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73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b="0" i="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Applicable size</a:t>
                      </a:r>
                      <a:endParaRPr/>
                    </a:p>
                  </a:txBody>
                  <a:tcPr marL="91425" marR="91425" marT="45700" marB="45700" anchor="ctr"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b="0" i="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3” ~ 9”, 3” ~ 14.4”, 3” ~ 21” ,</a:t>
                      </a:r>
                      <a:endParaRPr/>
                    </a:p>
                  </a:txBody>
                  <a:tcPr marL="91425" marR="91425" marT="45700" marB="457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71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b="0" i="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Tact time</a:t>
                      </a:r>
                      <a:endParaRPr/>
                    </a:p>
                  </a:txBody>
                  <a:tcPr marL="91425" marR="91425" marT="45700" marB="45700" anchor="ctr"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b="0" i="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0~10kgf/㎠ , 0~20kgf/㎠</a:t>
                      </a:r>
                      <a:endParaRPr/>
                    </a:p>
                  </a:txBody>
                  <a:tcPr marL="91425" marR="91425" marT="45700" marB="457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71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b="0" i="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Alignment Accuracy</a:t>
                      </a:r>
                      <a:endParaRPr/>
                    </a:p>
                  </a:txBody>
                  <a:tcPr marL="91425" marR="91425" marT="45700" marB="45700" anchor="ctr"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b="0" i="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+/- 0.5% of F.S</a:t>
                      </a:r>
                      <a:endParaRPr/>
                    </a:p>
                  </a:txBody>
                  <a:tcPr marL="91425" marR="91425" marT="45700" marB="457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87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b="0" i="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System Software</a:t>
                      </a:r>
                      <a:endParaRPr/>
                    </a:p>
                  </a:txBody>
                  <a:tcPr marL="91425" marR="91425" marT="45700" marB="45700" anchor="ctr"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b="0" i="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PLC Main Controller</a:t>
                      </a:r>
                      <a:endParaRPr/>
                    </a:p>
                  </a:txBody>
                  <a:tcPr marL="91425" marR="91425" marT="45700" marB="457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381" name="Google Shape;381;p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26526" y="1691147"/>
            <a:ext cx="1920875" cy="171721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  <a:softEdge rad="0"/>
          </a:effectLst>
        </p:spPr>
      </p:pic>
      <p:sp>
        <p:nvSpPr>
          <p:cNvPr id="382" name="Google Shape;382;p20"/>
          <p:cNvSpPr txBox="1"/>
          <p:nvPr/>
        </p:nvSpPr>
        <p:spPr>
          <a:xfrm>
            <a:off x="633412" y="3565525"/>
            <a:ext cx="5514900" cy="56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8000" tIns="64000" rIns="128000" bIns="64000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800" b="1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-FULL AUTO CELL LAMINATOR</a:t>
            </a:r>
            <a:endParaRPr dirty="0"/>
          </a:p>
        </p:txBody>
      </p:sp>
      <p:graphicFrame>
        <p:nvGraphicFramePr>
          <p:cNvPr id="383" name="Google Shape;383;p20"/>
          <p:cNvGraphicFramePr/>
          <p:nvPr/>
        </p:nvGraphicFramePr>
        <p:xfrm>
          <a:off x="633412" y="4430712"/>
          <a:ext cx="5535600" cy="1679550"/>
        </p:xfrm>
        <a:graphic>
          <a:graphicData uri="http://schemas.openxmlformats.org/drawingml/2006/table">
            <a:tbl>
              <a:tblPr>
                <a:noFill/>
                <a:tableStyleId>{F7422C57-60C0-46EB-BFA9-FFDC74DB2AE7}</a:tableStyleId>
              </a:tblPr>
              <a:tblGrid>
                <a:gridCol w="18700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655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65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b="0" i="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Application</a:t>
                      </a:r>
                      <a:endParaRPr/>
                    </a:p>
                  </a:txBody>
                  <a:tcPr marL="91425" marR="91425" marT="45700" marB="45700" anchor="ctr"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b="0" i="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Cover Glass + TSP Sensor Laminating + PET Film</a:t>
                      </a:r>
                      <a:endParaRPr/>
                    </a:p>
                  </a:txBody>
                  <a:tcPr marL="91425" marR="91425" marT="45700" marB="457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49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b="0" i="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Applicable size</a:t>
                      </a:r>
                      <a:endParaRPr/>
                    </a:p>
                  </a:txBody>
                  <a:tcPr marL="91425" marR="91425" marT="45700" marB="45700" anchor="ctr"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b="0" i="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5” ~ 10”, 10” ~ 12.4”, 13.1” ~ 14.6”</a:t>
                      </a:r>
                      <a:endParaRPr/>
                    </a:p>
                  </a:txBody>
                  <a:tcPr marL="91425" marR="91425" marT="45700" marB="457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65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b="0" i="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Tact time</a:t>
                      </a:r>
                      <a:endParaRPr/>
                    </a:p>
                  </a:txBody>
                  <a:tcPr marL="91425" marR="91425" marT="45700" marB="45700" anchor="ctr"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b="0" i="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15sec/cell(10”기준)</a:t>
                      </a:r>
                      <a:endParaRPr/>
                    </a:p>
                  </a:txBody>
                  <a:tcPr marL="91425" marR="91425" marT="45700" marB="457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49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b="0" i="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Alignment Accuracy</a:t>
                      </a:r>
                      <a:endParaRPr/>
                    </a:p>
                  </a:txBody>
                  <a:tcPr marL="91425" marR="91425" marT="45700" marB="45700" anchor="ctr"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b="0" i="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±50㎛, (Vision Auto camera 4Position)</a:t>
                      </a:r>
                      <a:endParaRPr/>
                    </a:p>
                  </a:txBody>
                  <a:tcPr marL="91425" marR="91425" marT="45700" marB="457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65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b="0" i="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System Software</a:t>
                      </a:r>
                      <a:endParaRPr/>
                    </a:p>
                  </a:txBody>
                  <a:tcPr marL="91425" marR="91425" marT="45700" marB="45700" anchor="ctr"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b="0" i="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PC &amp; PLC Main Controller</a:t>
                      </a:r>
                      <a:endParaRPr/>
                    </a:p>
                  </a:txBody>
                  <a:tcPr marL="91425" marR="91425" marT="45700" marB="457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384" name="Google Shape;384;p20" descr="F:\쓰리디플러스\장비사진\희성전자_셀라미 장비사진\1376047137388.jp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3810000"/>
            <a:ext cx="2212975" cy="24574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  <a:softEdge rad="0"/>
          </a:effec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21"/>
          <p:cNvSpPr txBox="1">
            <a:spLocks noGrp="1"/>
          </p:cNvSpPr>
          <p:nvPr>
            <p:ph type="body" idx="4294967295"/>
          </p:nvPr>
        </p:nvSpPr>
        <p:spPr>
          <a:xfrm>
            <a:off x="401637" y="139700"/>
            <a:ext cx="6657900" cy="50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7. </a:t>
            </a:r>
            <a:r>
              <a:rPr lang="en-US" sz="2400" b="1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자동화</a:t>
            </a:r>
            <a:r>
              <a:rPr lang="en-US" sz="24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 b="1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사업</a:t>
            </a:r>
            <a:r>
              <a:rPr lang="en-US" sz="24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 TSP )</a:t>
            </a:r>
            <a:endParaRPr sz="24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1" name="Google Shape;391;p21"/>
          <p:cNvSpPr txBox="1"/>
          <p:nvPr/>
        </p:nvSpPr>
        <p:spPr>
          <a:xfrm>
            <a:off x="-1512887" y="2889250"/>
            <a:ext cx="184200" cy="338100"/>
          </a:xfrm>
          <a:prstGeom prst="rect">
            <a:avLst/>
          </a:prstGeom>
          <a:noFill/>
          <a:ln w="9525" cap="flat" cmpd="sng">
            <a:solidFill>
              <a:srgbClr val="A6A6A6">
                <a:alpha val="0"/>
              </a:srgbClr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2" name="Google Shape;392;p21"/>
          <p:cNvSpPr txBox="1"/>
          <p:nvPr/>
        </p:nvSpPr>
        <p:spPr>
          <a:xfrm>
            <a:off x="490537" y="701675"/>
            <a:ext cx="5718300" cy="56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8000" tIns="64000" rIns="128000" bIns="64000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8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-AUTO TSP ACF&amp;FPCB BONDER </a:t>
            </a:r>
            <a:endParaRPr/>
          </a:p>
        </p:txBody>
      </p:sp>
      <p:pic>
        <p:nvPicPr>
          <p:cNvPr id="393" name="Google Shape;393;p21"/>
          <p:cNvPicPr preferRelativeResize="0"/>
          <p:nvPr/>
        </p:nvPicPr>
        <p:blipFill rotWithShape="1">
          <a:blip r:embed="rId3">
            <a:alphaModFix/>
          </a:blip>
          <a:srcRect r="55591" b="477"/>
          <a:stretch/>
        </p:blipFill>
        <p:spPr>
          <a:xfrm>
            <a:off x="575139" y="1666888"/>
            <a:ext cx="1744663" cy="1612886"/>
          </a:xfrm>
          <a:prstGeom prst="rect">
            <a:avLst/>
          </a:prstGeom>
          <a:noFill/>
          <a:ln>
            <a:noFill/>
          </a:ln>
          <a:effectLst>
            <a:softEdge rad="0"/>
          </a:effectLst>
        </p:spPr>
      </p:pic>
      <p:graphicFrame>
        <p:nvGraphicFramePr>
          <p:cNvPr id="394" name="Google Shape;394;p21"/>
          <p:cNvGraphicFramePr/>
          <p:nvPr/>
        </p:nvGraphicFramePr>
        <p:xfrm>
          <a:off x="2519362" y="1412875"/>
          <a:ext cx="5535600" cy="1817650"/>
        </p:xfrm>
        <a:graphic>
          <a:graphicData uri="http://schemas.openxmlformats.org/drawingml/2006/table">
            <a:tbl>
              <a:tblPr>
                <a:noFill/>
                <a:tableStyleId>{F7422C57-60C0-46EB-BFA9-FFDC74DB2AE7}</a:tableStyleId>
              </a:tblPr>
              <a:tblGrid>
                <a:gridCol w="18700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655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71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b="0" i="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Application</a:t>
                      </a:r>
                      <a:endParaRPr/>
                    </a:p>
                  </a:txBody>
                  <a:tcPr marL="91425" marR="91425" marT="45700" marB="45700" anchor="ctr"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b="0" i="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ITO Film, PET Film (Sheet/ Glass Cell)</a:t>
                      </a:r>
                      <a:endParaRPr/>
                    </a:p>
                  </a:txBody>
                  <a:tcPr marL="91425" marR="91425" marT="45700" marB="457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73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b="0" i="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Applicable size</a:t>
                      </a:r>
                      <a:endParaRPr/>
                    </a:p>
                  </a:txBody>
                  <a:tcPr marL="91425" marR="91425" marT="45700" marB="45700" anchor="ctr"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b="0" i="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Sheet or Roll(Width) ~ 500mm, Glass Cell 8’ ~ 14’</a:t>
                      </a:r>
                      <a:endParaRPr/>
                    </a:p>
                  </a:txBody>
                  <a:tcPr marL="91425" marR="91425" marT="45700" marB="457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71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b="0" i="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Tact time</a:t>
                      </a:r>
                      <a:endParaRPr/>
                    </a:p>
                  </a:txBody>
                  <a:tcPr marL="91425" marR="91425" marT="45700" marB="45700" anchor="ctr"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b="0" i="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15sec/cell(500mm기준, Loading &amp; Unloading 제외)</a:t>
                      </a:r>
                      <a:endParaRPr/>
                    </a:p>
                  </a:txBody>
                  <a:tcPr marL="91425" marR="91425" marT="45700" marB="457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71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b="0" i="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Alignment Accuracy</a:t>
                      </a:r>
                      <a:endParaRPr/>
                    </a:p>
                  </a:txBody>
                  <a:tcPr marL="91425" marR="91425" marT="45700" marB="45700" anchor="ctr"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b="0" i="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±2mm</a:t>
                      </a:r>
                      <a:endParaRPr/>
                    </a:p>
                  </a:txBody>
                  <a:tcPr marL="91425" marR="91425" marT="45700" marB="457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87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b="0" i="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System Software</a:t>
                      </a:r>
                      <a:endParaRPr/>
                    </a:p>
                  </a:txBody>
                  <a:tcPr marL="91425" marR="91425" marT="45700" marB="45700" anchor="ctr"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b="0" i="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PC &amp; PLC Main Controller</a:t>
                      </a:r>
                      <a:endParaRPr/>
                    </a:p>
                  </a:txBody>
                  <a:tcPr marL="91425" marR="91425" marT="45700" marB="457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95" name="Google Shape;395;p21"/>
          <p:cNvSpPr txBox="1"/>
          <p:nvPr/>
        </p:nvSpPr>
        <p:spPr>
          <a:xfrm>
            <a:off x="515937" y="3641725"/>
            <a:ext cx="6683400" cy="52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8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-FPCB BONDER</a:t>
            </a:r>
            <a:endParaRPr/>
          </a:p>
        </p:txBody>
      </p:sp>
      <p:graphicFrame>
        <p:nvGraphicFramePr>
          <p:cNvPr id="396" name="Google Shape;396;p21"/>
          <p:cNvGraphicFramePr/>
          <p:nvPr/>
        </p:nvGraphicFramePr>
        <p:xfrm>
          <a:off x="611187" y="4329112"/>
          <a:ext cx="5535600" cy="1679550"/>
        </p:xfrm>
        <a:graphic>
          <a:graphicData uri="http://schemas.openxmlformats.org/drawingml/2006/table">
            <a:tbl>
              <a:tblPr>
                <a:noFill/>
                <a:tableStyleId>{F7422C57-60C0-46EB-BFA9-FFDC74DB2AE7}</a:tableStyleId>
              </a:tblPr>
              <a:tblGrid>
                <a:gridCol w="18700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655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65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b="0" i="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Application</a:t>
                      </a:r>
                      <a:endParaRPr/>
                    </a:p>
                  </a:txBody>
                  <a:tcPr marL="91425" marR="91425" marT="45700" marB="45700" anchor="ctr"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b="0" i="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ACF, FPCB</a:t>
                      </a:r>
                      <a:endParaRPr/>
                    </a:p>
                  </a:txBody>
                  <a:tcPr marL="91425" marR="91425" marT="45700" marB="457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49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b="0" i="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Applicable size</a:t>
                      </a:r>
                      <a:endParaRPr/>
                    </a:p>
                  </a:txBody>
                  <a:tcPr marL="91425" marR="91425" marT="45700" marB="45700" anchor="ctr"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b="0" i="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4” ~ 7”, 7” ~ 12.4”, 13.1” ~ 14.6”</a:t>
                      </a:r>
                      <a:endParaRPr/>
                    </a:p>
                  </a:txBody>
                  <a:tcPr marL="91425" marR="91425" marT="45700" marB="457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65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b="0" i="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Tact time</a:t>
                      </a:r>
                      <a:endParaRPr/>
                    </a:p>
                  </a:txBody>
                  <a:tcPr marL="91425" marR="91425" marT="45700" marB="45700" anchor="ctr"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b="0" i="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18sec/cell(10”기준, Loading &amp; Unloading 제외)</a:t>
                      </a:r>
                      <a:endParaRPr/>
                    </a:p>
                  </a:txBody>
                  <a:tcPr marL="91425" marR="91425" marT="45700" marB="457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49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b="0" i="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Alignment Accuracy</a:t>
                      </a:r>
                      <a:endParaRPr/>
                    </a:p>
                  </a:txBody>
                  <a:tcPr marL="91425" marR="91425" marT="45700" marB="45700" anchor="ctr"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b="0" i="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±20㎛, (Vision Auto camera 2Position)</a:t>
                      </a:r>
                      <a:endParaRPr/>
                    </a:p>
                  </a:txBody>
                  <a:tcPr marL="91425" marR="91425" marT="45700" marB="457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65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b="0" i="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System Software</a:t>
                      </a:r>
                      <a:endParaRPr/>
                    </a:p>
                  </a:txBody>
                  <a:tcPr marL="91425" marR="91425" marT="45700" marB="45700" anchor="ctr"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b="0" i="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PC &amp; PLC Main Controller</a:t>
                      </a:r>
                      <a:endParaRPr/>
                    </a:p>
                  </a:txBody>
                  <a:tcPr marL="91425" marR="91425" marT="45700" marB="457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397" name="Google Shape;397;p21"/>
          <p:cNvPicPr preferRelativeResize="0"/>
          <p:nvPr/>
        </p:nvPicPr>
        <p:blipFill rotWithShape="1">
          <a:blip r:embed="rId4">
            <a:alphaModFix/>
          </a:blip>
          <a:srcRect r="55793" b="299"/>
          <a:stretch/>
        </p:blipFill>
        <p:spPr>
          <a:xfrm>
            <a:off x="6303962" y="3833812"/>
            <a:ext cx="2065336" cy="2305050"/>
          </a:xfrm>
          <a:prstGeom prst="rect">
            <a:avLst/>
          </a:prstGeom>
          <a:noFill/>
          <a:ln>
            <a:noFill/>
          </a:ln>
          <a:effectLst>
            <a:softEdge rad="0"/>
          </a:effec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22"/>
          <p:cNvSpPr txBox="1">
            <a:spLocks noGrp="1"/>
          </p:cNvSpPr>
          <p:nvPr>
            <p:ph type="body" idx="4294967295"/>
          </p:nvPr>
        </p:nvSpPr>
        <p:spPr>
          <a:xfrm>
            <a:off x="371475" y="115887"/>
            <a:ext cx="6657900" cy="54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dirty="0">
                <a:solidFill>
                  <a:srgbClr val="000000"/>
                </a:solidFill>
              </a:rPr>
              <a:t>8</a:t>
            </a:r>
            <a:r>
              <a:rPr lang="en-US" sz="2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r>
              <a:rPr lang="en-US" sz="18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OEM </a:t>
            </a:r>
            <a:r>
              <a:rPr lang="en-US" sz="2800" b="1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사업</a:t>
            </a:r>
            <a:endParaRPr sz="1800" b="1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4" name="Google Shape;404;p22"/>
          <p:cNvSpPr txBox="1"/>
          <p:nvPr/>
        </p:nvSpPr>
        <p:spPr>
          <a:xfrm>
            <a:off x="4859337" y="2492375"/>
            <a:ext cx="3133800" cy="684300"/>
          </a:xfrm>
          <a:prstGeom prst="rect">
            <a:avLst/>
          </a:prstGeom>
          <a:noFill/>
          <a:ln w="9525" cap="flat" cmpd="sng">
            <a:solidFill>
              <a:srgbClr val="A6A6A6">
                <a:alpha val="0"/>
              </a:srgbClr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5" name="Google Shape;405;p22"/>
          <p:cNvSpPr txBox="1"/>
          <p:nvPr/>
        </p:nvSpPr>
        <p:spPr>
          <a:xfrm>
            <a:off x="995770" y="1563687"/>
            <a:ext cx="3308400" cy="1384200"/>
          </a:xfrm>
          <a:prstGeom prst="rect">
            <a:avLst/>
          </a:prstGeom>
          <a:noFill/>
          <a:ln w="57150" cap="flat" cmpd="sng">
            <a:solidFill>
              <a:srgbClr val="D9D9D9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 sz="1400" b="1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</a:t>
            </a:r>
            <a:r>
              <a:rPr lang="en-US" sz="1400" b="1" i="0" u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자동화Line개조</a:t>
            </a:r>
            <a:r>
              <a:rPr lang="en-US" sz="1400" b="1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및 C/S</a:t>
            </a:r>
            <a:endParaRPr dirty="0"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 sz="1400" b="1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</a:t>
            </a:r>
            <a:r>
              <a:rPr lang="en-US" sz="1400" b="1" i="0" u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장비</a:t>
            </a:r>
            <a:r>
              <a:rPr lang="en-US" sz="1400" b="1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400" b="1" i="0" u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반입</a:t>
            </a:r>
            <a:r>
              <a:rPr lang="en-US" sz="1400" b="1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</a:t>
            </a:r>
            <a:r>
              <a:rPr lang="en-US" sz="1400" b="1" i="0" u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반출</a:t>
            </a:r>
            <a:endParaRPr dirty="0"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 sz="1400" b="1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</a:t>
            </a:r>
            <a:r>
              <a:rPr lang="en-US" sz="1400" b="1" i="0" u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기구</a:t>
            </a:r>
            <a:r>
              <a:rPr lang="en-US" sz="1400" b="1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400" b="1" i="0" u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조립</a:t>
            </a:r>
            <a:r>
              <a:rPr lang="en-US" sz="1400" b="1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1400" b="1" i="0" u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전장</a:t>
            </a:r>
            <a:r>
              <a:rPr lang="en-US" sz="1400" b="1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400" b="1" i="0" u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작업</a:t>
            </a:r>
            <a:r>
              <a:rPr lang="en-US" sz="1400" b="1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및 SET-UP</a:t>
            </a:r>
            <a:endParaRPr dirty="0"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 sz="1400" b="1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</a:t>
            </a:r>
            <a:r>
              <a:rPr lang="en-US" sz="1400" b="1" i="0" u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장비이설</a:t>
            </a:r>
            <a:r>
              <a:rPr lang="en-US" sz="1400" b="1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및 SET-UP</a:t>
            </a:r>
            <a:endParaRPr dirty="0"/>
          </a:p>
        </p:txBody>
      </p:sp>
      <p:pic>
        <p:nvPicPr>
          <p:cNvPr id="406" name="Google Shape;406;p2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274392" y="981075"/>
            <a:ext cx="3048000" cy="2401887"/>
          </a:xfrm>
          <a:prstGeom prst="rect">
            <a:avLst/>
          </a:prstGeom>
          <a:noFill/>
          <a:ln>
            <a:noFill/>
          </a:ln>
          <a:effectLst>
            <a:softEdge rad="112500"/>
          </a:effectLst>
        </p:spPr>
      </p:pic>
      <p:sp>
        <p:nvSpPr>
          <p:cNvPr id="407" name="Google Shape;407;p22"/>
          <p:cNvSpPr txBox="1"/>
          <p:nvPr/>
        </p:nvSpPr>
        <p:spPr>
          <a:xfrm>
            <a:off x="4739661" y="4856114"/>
            <a:ext cx="3516300" cy="1478100"/>
          </a:xfrm>
          <a:prstGeom prst="rect">
            <a:avLst/>
          </a:prstGeom>
          <a:noFill/>
          <a:ln w="57150" cap="flat" cmpd="sng">
            <a:solidFill>
              <a:srgbClr val="D9D9D9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 sz="1200" b="1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</a:t>
            </a:r>
            <a:r>
              <a:rPr lang="en-US" sz="1200" b="1" i="0" u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물류</a:t>
            </a:r>
            <a:r>
              <a:rPr lang="en-US" sz="1200" b="1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1" i="0" u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반송계</a:t>
            </a:r>
            <a:endParaRPr dirty="0"/>
          </a:p>
          <a:p>
            <a:pPr marL="0" marR="0" lvl="0" indent="0" algn="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 sz="1200" b="1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-Solar Cell </a:t>
            </a:r>
            <a:r>
              <a:rPr lang="en-US" sz="1200" b="1" i="0" u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이송장치</a:t>
            </a:r>
            <a:r>
              <a:rPr lang="en-US" sz="1200" b="1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1" i="0" u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개발</a:t>
            </a:r>
            <a:endParaRPr dirty="0"/>
          </a:p>
          <a:p>
            <a:pPr marL="0" marR="0" lvl="0" indent="0" algn="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 sz="1200" b="1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-IN-LINE SYSTEM</a:t>
            </a:r>
            <a:endParaRPr dirty="0"/>
          </a:p>
          <a:p>
            <a:pPr marL="0" marR="0" lvl="0" indent="0" algn="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 sz="1200" b="1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-HI-BRID CELL COVER AUTO </a:t>
            </a:r>
            <a:r>
              <a:rPr lang="en-US" sz="1200" b="1" i="0" u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적재기</a:t>
            </a:r>
            <a:endParaRPr dirty="0"/>
          </a:p>
          <a:p>
            <a:pPr marL="0" marR="0" lvl="0" indent="0" algn="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 sz="1200" b="1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-LED LF INSPECTION &amp; MARKING LINE</a:t>
            </a:r>
            <a:endParaRPr dirty="0"/>
          </a:p>
        </p:txBody>
      </p:sp>
      <p:pic>
        <p:nvPicPr>
          <p:cNvPr id="408" name="Google Shape;408;p2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36448" y="3599375"/>
            <a:ext cx="4071937" cy="2730500"/>
          </a:xfrm>
          <a:prstGeom prst="rect">
            <a:avLst/>
          </a:prstGeom>
          <a:noFill/>
          <a:ln>
            <a:noFill/>
          </a:ln>
          <a:effectLst>
            <a:outerShdw blurRad="50800" dist="50800" dir="5400000" sx="1000" sy="1000" algn="ctr" rotWithShape="0">
              <a:srgbClr val="000000"/>
            </a:outerShdw>
            <a:softEdge rad="393700"/>
          </a:effectLst>
        </p:spPr>
      </p:pic>
      <p:sp>
        <p:nvSpPr>
          <p:cNvPr id="409" name="Google Shape;409;p22"/>
          <p:cNvSpPr/>
          <p:nvPr/>
        </p:nvSpPr>
        <p:spPr>
          <a:xfrm>
            <a:off x="749300" y="688975"/>
            <a:ext cx="3036900" cy="34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200"/>
              <a:buFont typeface="Arial"/>
              <a:buNone/>
            </a:pPr>
            <a:r>
              <a:rPr lang="en-US" sz="1200" b="1" i="0" u="none" strike="noStrike" cap="none">
                <a:solidFill>
                  <a:srgbClr val="0C0C0C"/>
                </a:solidFill>
                <a:latin typeface="Arial"/>
                <a:ea typeface="Arial"/>
                <a:cs typeface="Arial"/>
                <a:sym typeface="Arial"/>
              </a:rPr>
              <a:t>&lt;Turnkey 제작&gt;</a:t>
            </a:r>
            <a:endParaRPr sz="1200" b="1" i="0" u="none" strike="noStrike" cap="none">
              <a:solidFill>
                <a:srgbClr val="0C0C0C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23"/>
          <p:cNvSpPr txBox="1">
            <a:spLocks noGrp="1"/>
          </p:cNvSpPr>
          <p:nvPr>
            <p:ph type="body" idx="4294967295"/>
          </p:nvPr>
        </p:nvSpPr>
        <p:spPr>
          <a:xfrm>
            <a:off x="371475" y="176212"/>
            <a:ext cx="6657900" cy="50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1" dirty="0"/>
              <a:t>8</a:t>
            </a:r>
            <a:r>
              <a:rPr lang="en-US" sz="24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OEM </a:t>
            </a:r>
            <a:r>
              <a:rPr lang="en-US" sz="2400" b="1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사업</a:t>
            </a:r>
            <a:endParaRPr dirty="0"/>
          </a:p>
        </p:txBody>
      </p:sp>
      <p:sp>
        <p:nvSpPr>
          <p:cNvPr id="416" name="Google Shape;416;p23"/>
          <p:cNvSpPr txBox="1"/>
          <p:nvPr/>
        </p:nvSpPr>
        <p:spPr>
          <a:xfrm>
            <a:off x="4572000" y="2492375"/>
            <a:ext cx="3132000" cy="684300"/>
          </a:xfrm>
          <a:prstGeom prst="rect">
            <a:avLst/>
          </a:prstGeom>
          <a:noFill/>
          <a:ln w="9525" cap="flat" cmpd="sng">
            <a:solidFill>
              <a:srgbClr val="A6A6A6">
                <a:alpha val="0"/>
              </a:srgbClr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7" name="Google Shape;417;p23"/>
          <p:cNvSpPr txBox="1"/>
          <p:nvPr/>
        </p:nvSpPr>
        <p:spPr>
          <a:xfrm>
            <a:off x="3167062" y="2517775"/>
            <a:ext cx="3987900" cy="64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D사 자동차 스위치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Semiauto 조립 Line</a:t>
            </a:r>
            <a:endParaRPr/>
          </a:p>
        </p:txBody>
      </p:sp>
      <p:sp>
        <p:nvSpPr>
          <p:cNvPr id="418" name="Google Shape;418;p23"/>
          <p:cNvSpPr txBox="1"/>
          <p:nvPr/>
        </p:nvSpPr>
        <p:spPr>
          <a:xfrm>
            <a:off x="2843212" y="2330450"/>
            <a:ext cx="3421200" cy="162000"/>
          </a:xfrm>
          <a:prstGeom prst="rect">
            <a:avLst/>
          </a:prstGeom>
          <a:solidFill>
            <a:srgbClr val="008FD4"/>
          </a:solidFill>
          <a:ln w="9525" cap="flat" cmpd="sng">
            <a:solidFill>
              <a:srgbClr val="008FD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08000" tIns="45700" rIns="108000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19" name="Google Shape;419;p2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23812" y="1371600"/>
            <a:ext cx="3621087" cy="3067050"/>
          </a:xfrm>
          <a:prstGeom prst="rect">
            <a:avLst/>
          </a:prstGeom>
          <a:noFill/>
          <a:ln>
            <a:noFill/>
          </a:ln>
          <a:effectLst>
            <a:outerShdw blurRad="50800" dist="50800" dir="5400000" algn="ctr" rotWithShape="0">
              <a:srgbClr val="000000">
                <a:alpha val="49800"/>
              </a:srgbClr>
            </a:outerShdw>
            <a:softEdge rad="419100"/>
          </a:effectLst>
        </p:spPr>
      </p:pic>
      <p:sp>
        <p:nvSpPr>
          <p:cNvPr id="420" name="Google Shape;420;p23"/>
          <p:cNvSpPr txBox="1"/>
          <p:nvPr/>
        </p:nvSpPr>
        <p:spPr>
          <a:xfrm>
            <a:off x="2636837" y="4710112"/>
            <a:ext cx="3421200" cy="162000"/>
          </a:xfrm>
          <a:prstGeom prst="rect">
            <a:avLst/>
          </a:prstGeom>
          <a:solidFill>
            <a:srgbClr val="008FD4"/>
          </a:solidFill>
          <a:ln w="9525" cap="flat" cmpd="sng">
            <a:solidFill>
              <a:srgbClr val="008FD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08000" tIns="45700" rIns="108000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21" name="Google Shape;421;p2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072062" y="4054475"/>
            <a:ext cx="3090862" cy="2217737"/>
          </a:xfrm>
          <a:prstGeom prst="rect">
            <a:avLst/>
          </a:prstGeom>
          <a:noFill/>
          <a:ln>
            <a:noFill/>
          </a:ln>
          <a:effectLst>
            <a:outerShdw blurRad="50800" dist="50800" dir="5400000" algn="ctr" rotWithShape="0">
              <a:srgbClr val="000000"/>
            </a:outerShdw>
            <a:softEdge rad="419100"/>
          </a:effectLst>
        </p:spPr>
      </p:pic>
      <p:sp>
        <p:nvSpPr>
          <p:cNvPr id="422" name="Google Shape;422;p23"/>
          <p:cNvSpPr txBox="1"/>
          <p:nvPr/>
        </p:nvSpPr>
        <p:spPr>
          <a:xfrm>
            <a:off x="3001962" y="4913312"/>
            <a:ext cx="3987900" cy="64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K사 부품 Auto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조립 Line</a:t>
            </a:r>
            <a:endParaRPr/>
          </a:p>
        </p:txBody>
      </p:sp>
      <p:sp>
        <p:nvSpPr>
          <p:cNvPr id="423" name="Google Shape;423;p23"/>
          <p:cNvSpPr/>
          <p:nvPr/>
        </p:nvSpPr>
        <p:spPr>
          <a:xfrm>
            <a:off x="749300" y="688975"/>
            <a:ext cx="3036900" cy="34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200"/>
              <a:buFont typeface="Arial"/>
              <a:buNone/>
            </a:pPr>
            <a:r>
              <a:rPr lang="en-US" sz="1200" b="1" i="0" u="none" strike="noStrike" cap="none">
                <a:solidFill>
                  <a:srgbClr val="0C0C0C"/>
                </a:solidFill>
                <a:latin typeface="Arial"/>
                <a:ea typeface="Arial"/>
                <a:cs typeface="Arial"/>
                <a:sym typeface="Arial"/>
              </a:rPr>
              <a:t>&lt;Turnkey 제작&gt;</a:t>
            </a:r>
            <a:endParaRPr sz="1200" b="1" i="0" u="none" strike="noStrike" cap="none">
              <a:solidFill>
                <a:srgbClr val="0C0C0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24" name="Google Shape;424;p23" descr="20180304_190835.jp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472112" y="1952625"/>
            <a:ext cx="3095626" cy="1741487"/>
          </a:xfrm>
          <a:prstGeom prst="rect">
            <a:avLst/>
          </a:prstGeom>
          <a:noFill/>
          <a:ln>
            <a:noFill/>
          </a:ln>
          <a:effectLst>
            <a:outerShdw blurRad="63500" dist="38100" dir="2700000">
              <a:srgbClr val="000000">
                <a:alpha val="39610"/>
              </a:srgbClr>
            </a:outerShdw>
          </a:effectLst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0" name="Google Shape;460;p26" descr="http://www.hites.co.kr/new/business/img/2_4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89025" y="3273425"/>
            <a:ext cx="2043112" cy="1703387"/>
          </a:xfrm>
          <a:prstGeom prst="rect">
            <a:avLst/>
          </a:prstGeom>
          <a:noFill/>
          <a:ln>
            <a:noFill/>
          </a:ln>
          <a:effectLst>
            <a:outerShdw blurRad="63500" dist="38100" dir="5400000">
              <a:srgbClr val="000000">
                <a:alpha val="39610"/>
              </a:srgbClr>
            </a:outerShdw>
          </a:effectLst>
        </p:spPr>
      </p:pic>
      <p:pic>
        <p:nvPicPr>
          <p:cNvPr id="461" name="Google Shape;461;p26" descr="http://www.hites.co.kr/new/business/img/2_3.jp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394075" y="3273425"/>
            <a:ext cx="2041525" cy="1703387"/>
          </a:xfrm>
          <a:prstGeom prst="rect">
            <a:avLst/>
          </a:prstGeom>
          <a:noFill/>
          <a:ln>
            <a:noFill/>
          </a:ln>
          <a:effectLst>
            <a:outerShdw blurRad="63500" dist="38100" dir="5400000">
              <a:srgbClr val="000000">
                <a:alpha val="39610"/>
              </a:srgbClr>
            </a:outerShdw>
          </a:effectLst>
        </p:spPr>
      </p:pic>
      <p:pic>
        <p:nvPicPr>
          <p:cNvPr id="462" name="Google Shape;462;p26" descr="http://www.hites.co.kr/new/business/img/2_2.jp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59450" y="3273425"/>
            <a:ext cx="2043112" cy="1703387"/>
          </a:xfrm>
          <a:prstGeom prst="rect">
            <a:avLst/>
          </a:prstGeom>
          <a:noFill/>
          <a:ln>
            <a:noFill/>
          </a:ln>
          <a:effectLst>
            <a:outerShdw blurRad="63500" dist="38100" dir="5400000">
              <a:srgbClr val="000000">
                <a:alpha val="39610"/>
              </a:srgbClr>
            </a:outerShdw>
          </a:effectLst>
        </p:spPr>
      </p:pic>
      <p:pic>
        <p:nvPicPr>
          <p:cNvPr id="463" name="Google Shape;463;p26" descr="http://www.hites.co.kr/new/business/img/2_1.jp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089025" y="4681537"/>
            <a:ext cx="2043112" cy="1808162"/>
          </a:xfrm>
          <a:prstGeom prst="rect">
            <a:avLst/>
          </a:prstGeom>
          <a:noFill/>
          <a:ln>
            <a:noFill/>
          </a:ln>
          <a:effectLst>
            <a:outerShdw blurRad="63500" dist="38100" dir="5400000">
              <a:srgbClr val="000000">
                <a:alpha val="39610"/>
              </a:srgbClr>
            </a:outerShdw>
          </a:effectLst>
        </p:spPr>
      </p:pic>
      <p:pic>
        <p:nvPicPr>
          <p:cNvPr id="464" name="Google Shape;464;p26" descr="http://www.hites.co.kr/new/business/img/1_1.jp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3427412" y="4681537"/>
            <a:ext cx="2041525" cy="1808162"/>
          </a:xfrm>
          <a:prstGeom prst="rect">
            <a:avLst/>
          </a:prstGeom>
          <a:noFill/>
          <a:ln>
            <a:noFill/>
          </a:ln>
          <a:effectLst>
            <a:outerShdw blurRad="63500" dist="38100" dir="5400000">
              <a:srgbClr val="000000">
                <a:alpha val="39610"/>
              </a:srgbClr>
            </a:outerShdw>
          </a:effectLst>
        </p:spPr>
      </p:pic>
      <p:pic>
        <p:nvPicPr>
          <p:cNvPr id="465" name="Google Shape;465;p26" descr="http://www.hites.co.kr/new/business/img/1_5.jp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789612" y="4681537"/>
            <a:ext cx="2043112" cy="1808162"/>
          </a:xfrm>
          <a:prstGeom prst="rect">
            <a:avLst/>
          </a:prstGeom>
          <a:noFill/>
          <a:ln>
            <a:noFill/>
          </a:ln>
          <a:effectLst>
            <a:outerShdw blurRad="63500" dist="38100" dir="5400000">
              <a:srgbClr val="000000">
                <a:alpha val="39610"/>
              </a:srgbClr>
            </a:outerShdw>
          </a:effectLst>
        </p:spPr>
      </p:pic>
      <p:sp>
        <p:nvSpPr>
          <p:cNvPr id="466" name="Google Shape;466;p26"/>
          <p:cNvSpPr/>
          <p:nvPr/>
        </p:nvSpPr>
        <p:spPr>
          <a:xfrm>
            <a:off x="749300" y="768350"/>
            <a:ext cx="3036900" cy="29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200"/>
              <a:buFont typeface="Arial"/>
              <a:buNone/>
            </a:pPr>
            <a:r>
              <a:rPr lang="en-US" sz="1200" b="1" i="0" u="none" strike="noStrike" cap="none">
                <a:solidFill>
                  <a:srgbClr val="0C0C0C"/>
                </a:solidFill>
                <a:latin typeface="Arial"/>
                <a:ea typeface="Arial"/>
                <a:cs typeface="Arial"/>
                <a:sym typeface="Arial"/>
              </a:rPr>
              <a:t>&lt; 전장배선 LOCAL제작&gt;</a:t>
            </a:r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7" name="Google Shape;467;p26"/>
          <p:cNvSpPr txBox="1">
            <a:spLocks noGrp="1"/>
          </p:cNvSpPr>
          <p:nvPr>
            <p:ph type="body" idx="4294967295"/>
          </p:nvPr>
        </p:nvSpPr>
        <p:spPr>
          <a:xfrm>
            <a:off x="407987" y="323850"/>
            <a:ext cx="6657900" cy="49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1" dirty="0"/>
              <a:t>9</a:t>
            </a:r>
            <a:r>
              <a:rPr lang="en-US" sz="24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 </a:t>
            </a:r>
            <a:r>
              <a:rPr lang="en-US" sz="2400" b="1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제어</a:t>
            </a:r>
            <a:r>
              <a:rPr lang="en-US" sz="24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System </a:t>
            </a:r>
            <a:r>
              <a:rPr lang="en-US" sz="2400" b="1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사업</a:t>
            </a:r>
            <a:endParaRPr dirty="0"/>
          </a:p>
        </p:txBody>
      </p:sp>
      <p:pic>
        <p:nvPicPr>
          <p:cNvPr id="468" name="Google Shape;468;p26" descr="20180226_223304.jp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187450" y="1628775"/>
            <a:ext cx="2736850" cy="1498600"/>
          </a:xfrm>
          <a:prstGeom prst="rect">
            <a:avLst/>
          </a:prstGeom>
          <a:noFill/>
          <a:ln>
            <a:noFill/>
          </a:ln>
          <a:effectLst>
            <a:outerShdw blurRad="63500" dist="38100" dir="2700000">
              <a:srgbClr val="000000">
                <a:alpha val="39610"/>
              </a:srgbClr>
            </a:outerShdw>
          </a:effectLst>
        </p:spPr>
      </p:pic>
      <p:pic>
        <p:nvPicPr>
          <p:cNvPr id="469" name="Google Shape;469;p26" descr="20180226_223312.jp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4895850" y="1628775"/>
            <a:ext cx="2844799" cy="1512887"/>
          </a:xfrm>
          <a:prstGeom prst="rect">
            <a:avLst/>
          </a:prstGeom>
          <a:noFill/>
          <a:ln>
            <a:noFill/>
          </a:ln>
          <a:effectLst>
            <a:outerShdw blurRad="63500" dist="38100" dir="2700000">
              <a:srgbClr val="000000">
                <a:alpha val="39610"/>
              </a:srgbClr>
            </a:outerShdw>
          </a:effectLst>
        </p:spPr>
      </p:pic>
      <p:sp>
        <p:nvSpPr>
          <p:cNvPr id="470" name="Google Shape;470;p26"/>
          <p:cNvSpPr txBox="1"/>
          <p:nvPr/>
        </p:nvSpPr>
        <p:spPr>
          <a:xfrm>
            <a:off x="2073275" y="3151187"/>
            <a:ext cx="968400" cy="369291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rgbClr val="A5A5A5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</a:pPr>
            <a:r>
              <a:rPr lang="en-US" sz="9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lang="ko-KR" altLang="en-US" sz="900" b="1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차전지</a:t>
            </a:r>
            <a:r>
              <a:rPr lang="ko-KR" altLang="en-US" sz="9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생산 설비 </a:t>
            </a:r>
            <a:r>
              <a:rPr lang="ko-KR" altLang="en-US" sz="900" b="1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기구조립</a:t>
            </a:r>
            <a:endParaRPr dirty="0"/>
          </a:p>
        </p:txBody>
      </p:sp>
      <p:sp>
        <p:nvSpPr>
          <p:cNvPr id="471" name="Google Shape;471;p26"/>
          <p:cNvSpPr txBox="1"/>
          <p:nvPr/>
        </p:nvSpPr>
        <p:spPr>
          <a:xfrm>
            <a:off x="5602287" y="3163887"/>
            <a:ext cx="1468500" cy="369291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rgbClr val="A5A5A5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</a:pPr>
            <a:r>
              <a:rPr lang="en-US" sz="9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lang="ko-KR" altLang="en-US" sz="900" b="1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차전지</a:t>
            </a:r>
            <a:r>
              <a:rPr lang="ko-KR" altLang="en-US" sz="9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생산설비 전장</a:t>
            </a:r>
            <a:r>
              <a:rPr lang="en-US" altLang="ko-KR" sz="900" b="1" dirty="0">
                <a:solidFill>
                  <a:schemeClr val="dk1"/>
                </a:solidFill>
              </a:rPr>
              <a:t>SET-UP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4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3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4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6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50"/>
                                        <p:tgtEl>
                                          <p:spTgt spid="4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p26"/>
          <p:cNvSpPr txBox="1">
            <a:spLocks noGrp="1"/>
          </p:cNvSpPr>
          <p:nvPr>
            <p:ph type="body" idx="4294967295"/>
          </p:nvPr>
        </p:nvSpPr>
        <p:spPr>
          <a:xfrm>
            <a:off x="407987" y="323850"/>
            <a:ext cx="6657900" cy="49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1" dirty="0"/>
              <a:t>10</a:t>
            </a:r>
            <a:r>
              <a:rPr lang="en-US" sz="24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 </a:t>
            </a:r>
            <a:r>
              <a:rPr lang="en-US" sz="2400" b="1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SiC</a:t>
            </a:r>
            <a:r>
              <a:rPr lang="en-US" sz="24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ko-KR" altLang="en-US" sz="2400" b="1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잉곳</a:t>
            </a:r>
            <a:r>
              <a:rPr lang="ko-KR" altLang="en-US" sz="24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장비 개발</a:t>
            </a:r>
            <a:endParaRPr dirty="0"/>
          </a:p>
        </p:txBody>
      </p:sp>
      <p:sp>
        <p:nvSpPr>
          <p:cNvPr id="14" name="TextBox 13"/>
          <p:cNvSpPr txBox="1"/>
          <p:nvPr>
            <p:custDataLst>
              <p:tags r:id="rId1"/>
            </p:custDataLst>
          </p:nvPr>
        </p:nvSpPr>
        <p:spPr>
          <a:xfrm>
            <a:off x="5264150" y="2918460"/>
            <a:ext cx="396240" cy="307975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altLang="ko-KR" sz="1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01</a:t>
            </a:r>
          </a:p>
        </p:txBody>
      </p:sp>
      <p:sp>
        <p:nvSpPr>
          <p:cNvPr id="15" name="TextBox 14"/>
          <p:cNvSpPr txBox="1"/>
          <p:nvPr>
            <p:custDataLst>
              <p:tags r:id="rId2"/>
            </p:custDataLst>
          </p:nvPr>
        </p:nvSpPr>
        <p:spPr>
          <a:xfrm>
            <a:off x="5351898" y="3761105"/>
            <a:ext cx="2182495" cy="30734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>
            <a:spAutoFit/>
          </a:bodyPr>
          <a:lstStyle/>
          <a:p>
            <a:pPr marL="0" indent="0" latinLnBrk="0">
              <a:buFontTx/>
              <a:buNone/>
            </a:pPr>
            <a:r>
              <a:rPr lang="en-US" altLang="ko-KR" sz="1400" b="1" dirty="0">
                <a:solidFill>
                  <a:srgbClr val="002E54"/>
                </a:solidFill>
                <a:latin typeface="华文楷体" charset="0"/>
                <a:ea typeface="华文楷体" charset="0"/>
                <a:cs typeface="华文楷体" charset="0"/>
              </a:rPr>
              <a:t>TSSG </a:t>
            </a:r>
            <a:r>
              <a:rPr sz="1350" b="0" i="0">
                <a:solidFill>
                  <a:srgbClr val="000000"/>
                </a:solidFill>
                <a:latin typeface="helvetica" charset="0"/>
                <a:ea typeface="Malgun Gothic" charset="0"/>
              </a:rPr>
              <a:t>공정적용</a:t>
            </a:r>
            <a:endParaRPr lang="ko-KR" altLang="en-US" sz="1400" b="1" dirty="0">
              <a:solidFill>
                <a:srgbClr val="002E54"/>
              </a:solidFill>
              <a:latin typeface="华文楷体" charset="0"/>
              <a:ea typeface="华文楷体" charset="0"/>
              <a:cs typeface="华文楷体" charset="0"/>
            </a:endParaRPr>
          </a:p>
        </p:txBody>
      </p:sp>
      <p:sp>
        <p:nvSpPr>
          <p:cNvPr id="16" name="TextBox 15"/>
          <p:cNvSpPr txBox="1"/>
          <p:nvPr>
            <p:custDataLst>
              <p:tags r:id="rId3"/>
            </p:custDataLst>
          </p:nvPr>
        </p:nvSpPr>
        <p:spPr>
          <a:xfrm>
            <a:off x="5351263" y="4635500"/>
            <a:ext cx="2616200" cy="507365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>
            <a:spAutoFit/>
          </a:bodyPr>
          <a:lstStyle/>
          <a:p>
            <a:pPr marL="0" indent="0" latinLnBrk="0">
              <a:buFontTx/>
              <a:buNone/>
            </a:pPr>
            <a:r>
              <a:rPr sz="1350" b="0" i="0">
                <a:solidFill>
                  <a:srgbClr val="000000"/>
                </a:solidFill>
                <a:latin typeface="helvetica" charset="0"/>
                <a:ea typeface="Malgun Gothic" charset="0"/>
              </a:rPr>
              <a:t>공정완료시 재현성이 높으며,</a:t>
            </a:r>
            <a:br>
              <a:rPr sz="1350" b="0" i="0">
                <a:solidFill>
                  <a:srgbClr val="000000"/>
                </a:solidFill>
                <a:latin typeface="helvetica" charset="0"/>
                <a:ea typeface="Malgun Gothic" charset="0"/>
              </a:rPr>
            </a:br>
            <a:r>
              <a:rPr sz="1350" b="0" i="0">
                <a:solidFill>
                  <a:srgbClr val="000000"/>
                </a:solidFill>
                <a:latin typeface="helvetica" charset="0"/>
                <a:ea typeface="Malgun Gothic" charset="0"/>
              </a:rPr>
              <a:t>안정적인 생산량 보유</a:t>
            </a:r>
            <a:endParaRPr lang="ko-KR" altLang="en-US" sz="1400" b="1">
              <a:solidFill>
                <a:srgbClr val="002E54"/>
              </a:solidFill>
              <a:latin typeface="华文楷体" charset="0"/>
              <a:ea typeface="华文楷体" charset="0"/>
            </a:endParaRPr>
          </a:p>
        </p:txBody>
      </p:sp>
      <p:grpSp>
        <p:nvGrpSpPr>
          <p:cNvPr id="18" name="그룹 17"/>
          <p:cNvGrpSpPr/>
          <p:nvPr/>
        </p:nvGrpSpPr>
        <p:grpSpPr>
          <a:xfrm>
            <a:off x="4728328" y="4132580"/>
            <a:ext cx="429895" cy="880110"/>
            <a:chOff x="6396355" y="4132580"/>
            <a:chExt cx="429895" cy="880110"/>
          </a:xfrm>
        </p:grpSpPr>
        <p:sp>
          <p:nvSpPr>
            <p:cNvPr id="19" name="타원 18"/>
            <p:cNvSpPr/>
            <p:nvPr>
              <p:custDataLst>
                <p:tags r:id="rId17"/>
              </p:custDataLst>
            </p:nvPr>
          </p:nvSpPr>
          <p:spPr>
            <a:xfrm>
              <a:off x="6466205" y="4202430"/>
              <a:ext cx="340995" cy="307340"/>
            </a:xfrm>
            <a:prstGeom prst="ellipse">
              <a:avLst/>
            </a:prstGeom>
            <a:solidFill>
              <a:srgbClr val="002E5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 b="1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0" name="TextBox 19"/>
            <p:cNvSpPr txBox="1"/>
            <p:nvPr>
              <p:custDataLst>
                <p:tags r:id="rId18"/>
              </p:custDataLst>
            </p:nvPr>
          </p:nvSpPr>
          <p:spPr>
            <a:xfrm>
              <a:off x="6420485" y="4132580"/>
              <a:ext cx="405765" cy="37719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171450" indent="-171450">
                <a:lnSpc>
                  <a:spcPct val="150000"/>
                </a:lnSpc>
              </a:pPr>
              <a:r>
                <a:rPr lang="en-US" altLang="ko-KR" sz="14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Arial Unicode MS" panose="020B0604020202020204" pitchFamily="50" charset="-127"/>
                </a:rPr>
                <a:t>02</a:t>
              </a:r>
            </a:p>
          </p:txBody>
        </p:sp>
        <p:sp>
          <p:nvSpPr>
            <p:cNvPr id="21" name="TextBox 17"/>
            <p:cNvSpPr txBox="1"/>
            <p:nvPr>
              <p:custDataLst>
                <p:tags r:id="rId19"/>
              </p:custDataLst>
            </p:nvPr>
          </p:nvSpPr>
          <p:spPr>
            <a:xfrm>
              <a:off x="6396355" y="4635500"/>
              <a:ext cx="405765" cy="37719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171450" indent="-171450">
                <a:lnSpc>
                  <a:spcPct val="150000"/>
                </a:lnSpc>
              </a:pPr>
              <a:r>
                <a:rPr lang="en-US" altLang="ko-KR" sz="14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Arial Unicode MS" panose="020B0604020202020204" pitchFamily="50" charset="-127"/>
                </a:rPr>
                <a:t>02</a:t>
              </a:r>
            </a:p>
          </p:txBody>
        </p:sp>
      </p:grpSp>
      <p:sp>
        <p:nvSpPr>
          <p:cNvPr id="22" name="TextBox 21"/>
          <p:cNvSpPr txBox="1">
            <a:spLocks/>
          </p:cNvSpPr>
          <p:nvPr/>
        </p:nvSpPr>
        <p:spPr>
          <a:xfrm>
            <a:off x="5315507" y="5282565"/>
            <a:ext cx="2323465" cy="507365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>
            <a:spAutoFit/>
          </a:bodyPr>
          <a:lstStyle/>
          <a:p>
            <a:pPr marL="0" indent="0" latinLnBrk="0">
              <a:buFontTx/>
              <a:buNone/>
            </a:pPr>
            <a:r>
              <a:rPr sz="1350" b="0" i="0">
                <a:solidFill>
                  <a:srgbClr val="000000"/>
                </a:solidFill>
                <a:latin typeface="helvetica" charset="0"/>
                <a:ea typeface="Malgun Gothic" charset="0"/>
              </a:rPr>
              <a:t>사이즈,기장 확장이 용이하며</a:t>
            </a:r>
            <a:endParaRPr lang="ko-KR" altLang="en-US" sz="1400" b="1">
              <a:solidFill>
                <a:srgbClr val="C00000"/>
              </a:solidFill>
              <a:latin typeface="华文楷体" charset="0"/>
              <a:ea typeface="华文楷体" charset="0"/>
            </a:endParaRPr>
          </a:p>
        </p:txBody>
      </p:sp>
      <p:sp>
        <p:nvSpPr>
          <p:cNvPr id="23" name="TextBox 22"/>
          <p:cNvSpPr txBox="1"/>
          <p:nvPr>
            <p:custDataLst>
              <p:tags r:id="rId4"/>
            </p:custDataLst>
          </p:nvPr>
        </p:nvSpPr>
        <p:spPr>
          <a:xfrm>
            <a:off x="5351263" y="5786755"/>
            <a:ext cx="2323465" cy="29972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>
            <a:spAutoFit/>
          </a:bodyPr>
          <a:lstStyle/>
          <a:p>
            <a:pPr marL="0" indent="0" latinLnBrk="0">
              <a:buFontTx/>
              <a:buNone/>
            </a:pPr>
            <a:r>
              <a:rPr sz="1350" b="0" i="0">
                <a:solidFill>
                  <a:srgbClr val="000000"/>
                </a:solidFill>
                <a:latin typeface="helvetica" charset="0"/>
                <a:ea typeface="Malgun Gothic" charset="0"/>
              </a:rPr>
              <a:t>다양한 소재로 활용 가능</a:t>
            </a:r>
            <a:endParaRPr lang="ko-KR" altLang="en-US" sz="1400" b="1">
              <a:solidFill>
                <a:srgbClr val="002E54"/>
              </a:solidFill>
              <a:latin typeface="华文楷体" charset="0"/>
              <a:ea typeface="华文楷体" charset="0"/>
            </a:endParaRPr>
          </a:p>
        </p:txBody>
      </p:sp>
      <p:grpSp>
        <p:nvGrpSpPr>
          <p:cNvPr id="24" name="그룹 23"/>
          <p:cNvGrpSpPr/>
          <p:nvPr/>
        </p:nvGrpSpPr>
        <p:grpSpPr>
          <a:xfrm>
            <a:off x="4740393" y="3667125"/>
            <a:ext cx="405765" cy="394970"/>
            <a:chOff x="6396355" y="3667125"/>
            <a:chExt cx="405765" cy="394970"/>
          </a:xfrm>
        </p:grpSpPr>
        <p:sp>
          <p:nvSpPr>
            <p:cNvPr id="25" name="타원 24"/>
            <p:cNvSpPr/>
            <p:nvPr>
              <p:custDataLst>
                <p:tags r:id="rId15"/>
              </p:custDataLst>
            </p:nvPr>
          </p:nvSpPr>
          <p:spPr>
            <a:xfrm>
              <a:off x="6452235" y="3754755"/>
              <a:ext cx="340995" cy="307340"/>
            </a:xfrm>
            <a:prstGeom prst="ellipse">
              <a:avLst/>
            </a:prstGeom>
            <a:solidFill>
              <a:srgbClr val="002E5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 b="1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6" name="TextBox 25"/>
            <p:cNvSpPr txBox="1"/>
            <p:nvPr>
              <p:custDataLst>
                <p:tags r:id="rId16"/>
              </p:custDataLst>
            </p:nvPr>
          </p:nvSpPr>
          <p:spPr>
            <a:xfrm>
              <a:off x="6396355" y="3667125"/>
              <a:ext cx="405765" cy="37719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171450" indent="-171450">
                <a:lnSpc>
                  <a:spcPct val="150000"/>
                </a:lnSpc>
              </a:pPr>
              <a:r>
                <a:rPr lang="en-US" altLang="ko-KR" sz="14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Arial Unicode MS" panose="020B0604020202020204" pitchFamily="50" charset="-127"/>
                </a:rPr>
                <a:t>01</a:t>
              </a:r>
            </a:p>
          </p:txBody>
        </p:sp>
      </p:grpSp>
      <p:grpSp>
        <p:nvGrpSpPr>
          <p:cNvPr id="27" name="그룹 26"/>
          <p:cNvGrpSpPr/>
          <p:nvPr/>
        </p:nvGrpSpPr>
        <p:grpSpPr>
          <a:xfrm>
            <a:off x="4740393" y="5166360"/>
            <a:ext cx="405765" cy="401955"/>
            <a:chOff x="6468745" y="5166360"/>
            <a:chExt cx="405765" cy="401955"/>
          </a:xfrm>
        </p:grpSpPr>
        <p:sp>
          <p:nvSpPr>
            <p:cNvPr id="28" name="타원 27"/>
            <p:cNvSpPr/>
            <p:nvPr>
              <p:custDataLst>
                <p:tags r:id="rId13"/>
              </p:custDataLst>
            </p:nvPr>
          </p:nvSpPr>
          <p:spPr>
            <a:xfrm>
              <a:off x="6497955" y="5225415"/>
              <a:ext cx="340995" cy="342900"/>
            </a:xfrm>
            <a:prstGeom prst="ellipse">
              <a:avLst/>
            </a:prstGeom>
            <a:solidFill>
              <a:srgbClr val="002E5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 b="1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9" name="TextBox 28"/>
            <p:cNvSpPr txBox="1"/>
            <p:nvPr>
              <p:custDataLst>
                <p:tags r:id="rId14"/>
              </p:custDataLst>
            </p:nvPr>
          </p:nvSpPr>
          <p:spPr>
            <a:xfrm>
              <a:off x="6468745" y="5166360"/>
              <a:ext cx="405765" cy="37719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171450" indent="-171450">
                <a:lnSpc>
                  <a:spcPct val="150000"/>
                </a:lnSpc>
              </a:pPr>
              <a:r>
                <a:rPr lang="en-US" altLang="ko-KR" sz="14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Arial Unicode MS" panose="020B0604020202020204" pitchFamily="50" charset="-127"/>
                </a:rPr>
                <a:t>04</a:t>
              </a:r>
            </a:p>
          </p:txBody>
        </p:sp>
      </p:grpSp>
      <p:grpSp>
        <p:nvGrpSpPr>
          <p:cNvPr id="30" name="그룹 29"/>
          <p:cNvGrpSpPr/>
          <p:nvPr/>
        </p:nvGrpSpPr>
        <p:grpSpPr>
          <a:xfrm>
            <a:off x="4740393" y="5693410"/>
            <a:ext cx="405765" cy="414020"/>
            <a:chOff x="6468745" y="5693410"/>
            <a:chExt cx="405765" cy="414020"/>
          </a:xfrm>
        </p:grpSpPr>
        <p:sp>
          <p:nvSpPr>
            <p:cNvPr id="31" name="타원 30"/>
            <p:cNvSpPr/>
            <p:nvPr>
              <p:custDataLst>
                <p:tags r:id="rId11"/>
              </p:custDataLst>
            </p:nvPr>
          </p:nvSpPr>
          <p:spPr>
            <a:xfrm flipV="1">
              <a:off x="6500495" y="5798185"/>
              <a:ext cx="340995" cy="279400"/>
            </a:xfrm>
            <a:prstGeom prst="ellipse">
              <a:avLst/>
            </a:prstGeom>
            <a:solidFill>
              <a:srgbClr val="002E5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 b="1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32" name="TextBox 31"/>
            <p:cNvSpPr txBox="1"/>
            <p:nvPr>
              <p:custDataLst>
                <p:tags r:id="rId12"/>
              </p:custDataLst>
            </p:nvPr>
          </p:nvSpPr>
          <p:spPr>
            <a:xfrm>
              <a:off x="6468745" y="5693410"/>
              <a:ext cx="405765" cy="4140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71450" indent="-171450">
                <a:lnSpc>
                  <a:spcPct val="150000"/>
                </a:lnSpc>
              </a:pPr>
              <a:r>
                <a:rPr lang="en-US" altLang="ko-KR" sz="14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Arial Unicode MS" panose="020B0604020202020204" pitchFamily="50" charset="-127"/>
                </a:rPr>
                <a:t>05</a:t>
              </a:r>
            </a:p>
          </p:txBody>
        </p:sp>
      </p:grpSp>
      <p:sp>
        <p:nvSpPr>
          <p:cNvPr id="33" name="TextBox 32"/>
          <p:cNvSpPr txBox="1"/>
          <p:nvPr>
            <p:custDataLst>
              <p:tags r:id="rId5"/>
            </p:custDataLst>
          </p:nvPr>
        </p:nvSpPr>
        <p:spPr>
          <a:xfrm>
            <a:off x="5351263" y="4192905"/>
            <a:ext cx="2215515" cy="29972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>
            <a:spAutoFit/>
          </a:bodyPr>
          <a:lstStyle/>
          <a:p>
            <a:pPr marL="0" indent="0" algn="l" latinLnBrk="0">
              <a:buFontTx/>
              <a:buNone/>
            </a:pPr>
            <a:r>
              <a:rPr sz="1350" b="0" i="0">
                <a:solidFill>
                  <a:srgbClr val="000000"/>
                </a:solidFill>
                <a:latin typeface="helvetica" charset="0"/>
                <a:ea typeface="Malgun Gothic" charset="0"/>
              </a:rPr>
              <a:t>재료비 절감, 구매 편의성</a:t>
            </a:r>
            <a:endParaRPr lang="ko-KR" altLang="en-US" sz="1400" b="1">
              <a:solidFill>
                <a:srgbClr val="002E54"/>
              </a:solidFill>
              <a:latin typeface="华文楷体" charset="0"/>
              <a:ea typeface="华文楷体" charset="0"/>
            </a:endParaRPr>
          </a:p>
        </p:txBody>
      </p:sp>
      <p:pic>
        <p:nvPicPr>
          <p:cNvPr id="34" name="그림 33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22" cstate="print"/>
          <a:stretch>
            <a:fillRect/>
          </a:stretch>
        </p:blipFill>
        <p:spPr>
          <a:xfrm>
            <a:off x="1306510" y="979805"/>
            <a:ext cx="1466850" cy="2366645"/>
          </a:xfrm>
          <a:prstGeom prst="rect">
            <a:avLst/>
          </a:prstGeom>
        </p:spPr>
      </p:pic>
      <p:pic>
        <p:nvPicPr>
          <p:cNvPr id="35" name="그림 34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23" cstate="print"/>
          <a:stretch>
            <a:fillRect/>
          </a:stretch>
        </p:blipFill>
        <p:spPr>
          <a:xfrm>
            <a:off x="2913060" y="979805"/>
            <a:ext cx="1301750" cy="2366010"/>
          </a:xfrm>
          <a:prstGeom prst="rect">
            <a:avLst/>
          </a:prstGeom>
        </p:spPr>
      </p:pic>
      <p:pic>
        <p:nvPicPr>
          <p:cNvPr id="36" name="그림 35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24" cstate="print"/>
          <a:stretch>
            <a:fillRect/>
          </a:stretch>
        </p:blipFill>
        <p:spPr>
          <a:xfrm>
            <a:off x="1420635" y="3891280"/>
            <a:ext cx="2887980" cy="2041525"/>
          </a:xfrm>
          <a:prstGeom prst="rect">
            <a:avLst/>
          </a:prstGeom>
          <a:ln w="3175">
            <a:solidFill>
              <a:schemeClr val="tx1"/>
            </a:solidFill>
            <a:prstDash val="sysDot"/>
          </a:ln>
        </p:spPr>
      </p:pic>
      <p:grpSp>
        <p:nvGrpSpPr>
          <p:cNvPr id="37" name="그룹 36"/>
          <p:cNvGrpSpPr/>
          <p:nvPr/>
        </p:nvGrpSpPr>
        <p:grpSpPr>
          <a:xfrm>
            <a:off x="4740393" y="4611370"/>
            <a:ext cx="405765" cy="422275"/>
            <a:chOff x="6423025" y="4611370"/>
            <a:chExt cx="405765" cy="422275"/>
          </a:xfrm>
        </p:grpSpPr>
        <p:sp>
          <p:nvSpPr>
            <p:cNvPr id="38" name="타원 37"/>
            <p:cNvSpPr/>
            <p:nvPr>
              <p:custDataLst>
                <p:tags r:id="rId9"/>
              </p:custDataLst>
            </p:nvPr>
          </p:nvSpPr>
          <p:spPr>
            <a:xfrm>
              <a:off x="6464935" y="4713605"/>
              <a:ext cx="340995" cy="307340"/>
            </a:xfrm>
            <a:prstGeom prst="ellipse">
              <a:avLst/>
            </a:prstGeom>
            <a:solidFill>
              <a:srgbClr val="002E5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 b="1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39" name="TextBox 38"/>
            <p:cNvSpPr txBox="1"/>
            <p:nvPr>
              <p:custDataLst>
                <p:tags r:id="rId10"/>
              </p:custDataLst>
            </p:nvPr>
          </p:nvSpPr>
          <p:spPr>
            <a:xfrm>
              <a:off x="6423025" y="4611370"/>
              <a:ext cx="405765" cy="422275"/>
            </a:xfrm>
            <a:prstGeom prst="rect">
              <a:avLst/>
            </a:prstGeom>
            <a:noFill/>
          </p:spPr>
          <p:txBody>
            <a:bodyPr wrap="none" rtlCol="0">
              <a:noAutofit/>
            </a:bodyPr>
            <a:lstStyle/>
            <a:p>
              <a:pPr marL="171450" indent="-171450">
                <a:lnSpc>
                  <a:spcPct val="150000"/>
                </a:lnSpc>
              </a:pPr>
              <a:r>
                <a:rPr lang="en-US" altLang="ko-KR" sz="14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Arial Unicode MS" panose="020B0604020202020204" pitchFamily="50" charset="-127"/>
                </a:rPr>
                <a:t>03</a:t>
              </a:r>
            </a:p>
          </p:txBody>
        </p:sp>
      </p:grpSp>
      <p:sp>
        <p:nvSpPr>
          <p:cNvPr id="40" name="文本框 6"/>
          <p:cNvSpPr txBox="1"/>
          <p:nvPr/>
        </p:nvSpPr>
        <p:spPr>
          <a:xfrm>
            <a:off x="2500298" y="642918"/>
            <a:ext cx="4737735" cy="368935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>
            <a:spAutoFit/>
          </a:bodyPr>
          <a:lstStyle/>
          <a:p>
            <a:pPr marL="742950" indent="-742950" defTabSz="575945" fontAlgn="auto" latinLnBrk="0"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zh-CN" sz="1600" b="1" dirty="0">
                <a:solidFill>
                  <a:srgbClr val="C00000"/>
                </a:solidFill>
                <a:latin typeface="华文楷体" charset="0"/>
                <a:ea typeface="华文楷体" charset="0"/>
                <a:cs typeface="华文楷体" charset="0"/>
              </a:rPr>
              <a:t>   </a:t>
            </a:r>
            <a:r>
              <a:rPr lang="en-US" altLang="zh-CN" sz="1600" b="1" dirty="0">
                <a:solidFill>
                  <a:srgbClr val="C00000"/>
                </a:solidFill>
                <a:latin typeface="微软雅黑" charset="0"/>
                <a:ea typeface="微软雅黑" charset="0"/>
                <a:cs typeface="华文楷体" charset="0"/>
              </a:rPr>
              <a:t>※ </a:t>
            </a:r>
            <a:r>
              <a:rPr sz="1100" b="0" i="0">
                <a:solidFill>
                  <a:srgbClr val="000000"/>
                </a:solidFill>
                <a:latin typeface="helvetica" charset="0"/>
                <a:ea typeface="Malgun Gothic" charset="0"/>
              </a:rPr>
              <a:t>액상법을 이용한 실리콘 카바이드 생산설비 제작</a:t>
            </a:r>
            <a:r>
              <a:rPr sz="1350" b="0" i="0">
                <a:solidFill>
                  <a:srgbClr val="000000"/>
                </a:solidFill>
                <a:latin typeface="helvetica" charset="0"/>
                <a:ea typeface="Malgun Gothic" charset="0"/>
              </a:rPr>
              <a:t> </a:t>
            </a:r>
            <a:r>
              <a:rPr lang="ko-KR" altLang="en-US" b="1" u="sng" dirty="0">
                <a:solidFill>
                  <a:srgbClr val="C00000"/>
                </a:solidFill>
                <a:latin typeface="微软雅黑" charset="0"/>
                <a:ea typeface="微软雅黑" charset="0"/>
                <a:cs typeface="微软雅黑" charset="0"/>
              </a:rPr>
              <a:t> </a:t>
            </a:r>
          </a:p>
        </p:txBody>
      </p:sp>
      <p:pic>
        <p:nvPicPr>
          <p:cNvPr id="41" name="그림 40" descr="SIG-M.jpg"/>
          <p:cNvPicPr>
            <a:picLocks noChangeAspect="1"/>
          </p:cNvPicPr>
          <p:nvPr/>
        </p:nvPicPr>
        <p:blipFill>
          <a:blip r:embed="rId25" cstate="print"/>
          <a:stretch>
            <a:fillRect/>
          </a:stretch>
        </p:blipFill>
        <p:spPr>
          <a:xfrm>
            <a:off x="4786314" y="1000108"/>
            <a:ext cx="2428868" cy="2428868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p26"/>
          <p:cNvSpPr txBox="1">
            <a:spLocks noGrp="1"/>
          </p:cNvSpPr>
          <p:nvPr>
            <p:ph type="body" idx="4294967295"/>
          </p:nvPr>
        </p:nvSpPr>
        <p:spPr>
          <a:xfrm>
            <a:off x="407987" y="323850"/>
            <a:ext cx="6657900" cy="49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1" dirty="0"/>
              <a:t>11</a:t>
            </a:r>
            <a:r>
              <a:rPr lang="en-US" sz="24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 </a:t>
            </a:r>
            <a:r>
              <a:rPr lang="en-US" sz="2400" b="1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SiC</a:t>
            </a:r>
            <a:r>
              <a:rPr lang="en-US" sz="24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ko-KR" altLang="en-US" sz="2400" b="1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잉곳</a:t>
            </a:r>
            <a:r>
              <a:rPr lang="ko-KR" altLang="en-US" sz="24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장비 개발</a:t>
            </a:r>
            <a:endParaRPr dirty="0"/>
          </a:p>
        </p:txBody>
      </p:sp>
      <p:pic>
        <p:nvPicPr>
          <p:cNvPr id="30" name="Picture 2"/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4"/>
          <a:srcRect/>
          <a:stretch>
            <a:fillRect/>
          </a:stretch>
        </p:blipFill>
        <p:spPr bwMode="auto">
          <a:xfrm>
            <a:off x="98856" y="1471511"/>
            <a:ext cx="8902300" cy="40462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7" name="TextBox 36"/>
          <p:cNvSpPr txBox="1"/>
          <p:nvPr/>
        </p:nvSpPr>
        <p:spPr>
          <a:xfrm>
            <a:off x="871200" y="1044000"/>
            <a:ext cx="11897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800" b="1" dirty="0">
                <a:latin typeface="+mj-ea"/>
                <a:ea typeface="+mj-ea"/>
              </a:rPr>
              <a:t>품질 평가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p26"/>
          <p:cNvSpPr txBox="1">
            <a:spLocks noGrp="1"/>
          </p:cNvSpPr>
          <p:nvPr>
            <p:ph type="body" idx="4294967295"/>
          </p:nvPr>
        </p:nvSpPr>
        <p:spPr>
          <a:xfrm>
            <a:off x="407987" y="323850"/>
            <a:ext cx="6657900" cy="49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1" dirty="0"/>
              <a:t>12</a:t>
            </a:r>
            <a:r>
              <a:rPr lang="en-US" sz="24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 </a:t>
            </a:r>
            <a:r>
              <a:rPr lang="ko-KR" altLang="en-US" sz="24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금속 가공 </a:t>
            </a:r>
            <a:r>
              <a:rPr lang="en-US" altLang="ko-KR" sz="24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ko-KR" altLang="en-US" sz="24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보유 현황</a:t>
            </a:r>
            <a:r>
              <a:rPr lang="en-US" altLang="ko-KR" sz="24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dirty="0"/>
          </a:p>
        </p:txBody>
      </p:sp>
      <p:sp>
        <p:nvSpPr>
          <p:cNvPr id="16" name="Rectangle 2">
            <a:extLst>
              <a:ext uri="{FF2B5EF4-FFF2-40B4-BE49-F238E27FC236}">
                <a16:creationId xmlns:a16="http://schemas.microsoft.com/office/drawing/2014/main" id="{6B318F15-8677-49E8-8EC8-0DAA721004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525" y="605094"/>
            <a:ext cx="6191475" cy="936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j-lt"/>
                <a:ea typeface="+mj-ea"/>
                <a:cs typeface="+mj-cs"/>
              </a:defRPr>
            </a:lvl1pPr>
            <a:lvl2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HY헤드라인M" pitchFamily="18" charset="-127"/>
                <a:ea typeface="HY헤드라인M" pitchFamily="18" charset="-127"/>
              </a:defRPr>
            </a:lvl2pPr>
            <a:lvl3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HY헤드라인M" pitchFamily="18" charset="-127"/>
                <a:ea typeface="HY헤드라인M" pitchFamily="18" charset="-127"/>
              </a:defRPr>
            </a:lvl3pPr>
            <a:lvl4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HY헤드라인M" pitchFamily="18" charset="-127"/>
                <a:ea typeface="HY헤드라인M" pitchFamily="18" charset="-127"/>
              </a:defRPr>
            </a:lvl4pPr>
            <a:lvl5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HY헤드라인M" pitchFamily="18" charset="-127"/>
                <a:ea typeface="HY헤드라인M" pitchFamily="18" charset="-127"/>
              </a:defRPr>
            </a:lvl5pPr>
            <a:lvl6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HY헤드라인M" pitchFamily="18" charset="-127"/>
                <a:ea typeface="HY헤드라인M" pitchFamily="18" charset="-127"/>
              </a:defRPr>
            </a:lvl6pPr>
            <a:lvl7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HY헤드라인M" pitchFamily="18" charset="-127"/>
                <a:ea typeface="HY헤드라인M" pitchFamily="18" charset="-127"/>
              </a:defRPr>
            </a:lvl7pPr>
            <a:lvl8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HY헤드라인M" pitchFamily="18" charset="-127"/>
                <a:ea typeface="HY헤드라인M" pitchFamily="18" charset="-127"/>
              </a:defRPr>
            </a:lvl8pPr>
            <a:lvl9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HY헤드라인M" pitchFamily="18" charset="-127"/>
                <a:ea typeface="HY헤드라인M" pitchFamily="18" charset="-127"/>
              </a:defRPr>
            </a:lvl9pPr>
          </a:lstStyle>
          <a:p>
            <a:pPr eaLnBrk="1" hangingPunct="1">
              <a:defRPr/>
            </a:pPr>
            <a:r>
              <a:rPr lang="en-US" altLang="ko-KR" sz="2400" kern="0" dirty="0">
                <a:solidFill>
                  <a:schemeClr val="tx1"/>
                </a:solidFill>
              </a:rPr>
              <a:t>Vertical machine center( 8</a:t>
            </a:r>
            <a:r>
              <a:rPr lang="ko-KR" altLang="en-US" sz="2400" kern="0" dirty="0">
                <a:solidFill>
                  <a:schemeClr val="tx1"/>
                </a:solidFill>
              </a:rPr>
              <a:t>대 보유 </a:t>
            </a:r>
            <a:r>
              <a:rPr lang="en-US" altLang="ko-KR" sz="2400" kern="0" dirty="0">
                <a:solidFill>
                  <a:schemeClr val="tx1"/>
                </a:solidFill>
              </a:rPr>
              <a:t>)</a:t>
            </a:r>
          </a:p>
        </p:txBody>
      </p:sp>
      <p:sp>
        <p:nvSpPr>
          <p:cNvPr id="17" name="Rectangle 10">
            <a:extLst>
              <a:ext uri="{FF2B5EF4-FFF2-40B4-BE49-F238E27FC236}">
                <a16:creationId xmlns:a16="http://schemas.microsoft.com/office/drawing/2014/main" id="{3A6C1153-9E30-47A9-B772-8256B4BA26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6865" y="2976938"/>
            <a:ext cx="303557" cy="3463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14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굴림" pitchFamily="50" charset="-127"/>
                <a:ea typeface="굴림" pitchFamily="50" charset="-127"/>
              </a:rPr>
              <a:t>22</a:t>
            </a:r>
            <a:r>
              <a:rPr lang="ko-KR" altLang="en-US" sz="14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굴림" pitchFamily="50" charset="-127"/>
                <a:ea typeface="굴림" pitchFamily="50" charset="-127"/>
              </a:rPr>
              <a:t>호</a:t>
            </a: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46BBE80D-AF0C-4E7D-B2A3-6804080B64AF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127" t="25055" r="39146" b="24474"/>
          <a:stretch/>
        </p:blipFill>
        <p:spPr>
          <a:xfrm>
            <a:off x="7066196" y="3863287"/>
            <a:ext cx="1710921" cy="1315528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20ED2B45-B7BD-44DE-A3D0-848B1FAE3B1B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015" t="2360" r="23468"/>
          <a:stretch/>
        </p:blipFill>
        <p:spPr>
          <a:xfrm>
            <a:off x="2483743" y="3913398"/>
            <a:ext cx="1689996" cy="1199604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3899FDD4-124E-4056-A2A2-9AC6C7E53652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94219" y="1775381"/>
            <a:ext cx="1889968" cy="1064288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21" name="그림 20">
            <a:extLst>
              <a:ext uri="{FF2B5EF4-FFF2-40B4-BE49-F238E27FC236}">
                <a16:creationId xmlns:a16="http://schemas.microsoft.com/office/drawing/2014/main" id="{BB4C73C6-7757-4F7A-B6D8-B1BEEC9E1E80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081" r="14754"/>
          <a:stretch/>
        </p:blipFill>
        <p:spPr>
          <a:xfrm>
            <a:off x="7377134" y="1782313"/>
            <a:ext cx="1543997" cy="1112345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22" name="그림 21">
            <a:extLst>
              <a:ext uri="{FF2B5EF4-FFF2-40B4-BE49-F238E27FC236}">
                <a16:creationId xmlns:a16="http://schemas.microsoft.com/office/drawing/2014/main" id="{79E7C832-FCAB-4573-AA43-748D77F6D10C}"/>
              </a:ext>
            </a:extLst>
          </p:cNvPr>
          <p:cNvPicPr>
            <a:picLocks noChangeAspect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127" t="25055" r="39146" b="24474"/>
          <a:stretch/>
        </p:blipFill>
        <p:spPr>
          <a:xfrm>
            <a:off x="4764606" y="3902410"/>
            <a:ext cx="1647230" cy="1210591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23" name="그림 22">
            <a:extLst>
              <a:ext uri="{FF2B5EF4-FFF2-40B4-BE49-F238E27FC236}">
                <a16:creationId xmlns:a16="http://schemas.microsoft.com/office/drawing/2014/main" id="{D3F90F99-CD72-454F-ACD3-1EB9E4C98910}"/>
              </a:ext>
            </a:extLst>
          </p:cNvPr>
          <p:cNvPicPr>
            <a:picLocks noChangeAspect="1"/>
          </p:cNvPicPr>
          <p:nvPr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081" r="14754"/>
          <a:stretch/>
        </p:blipFill>
        <p:spPr>
          <a:xfrm>
            <a:off x="402663" y="3934964"/>
            <a:ext cx="1565626" cy="1243851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24" name="그림 23">
            <a:extLst>
              <a:ext uri="{FF2B5EF4-FFF2-40B4-BE49-F238E27FC236}">
                <a16:creationId xmlns:a16="http://schemas.microsoft.com/office/drawing/2014/main" id="{AA556693-26E2-4FD3-9517-BBBCEB14B571}"/>
              </a:ext>
            </a:extLst>
          </p:cNvPr>
          <p:cNvPicPr>
            <a:picLocks noChangeAspect="1"/>
          </p:cNvPicPr>
          <p:nvPr/>
        </p:nvPicPr>
        <p:blipFill rotWithShape="1"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7829" b="19665"/>
          <a:stretch/>
        </p:blipFill>
        <p:spPr>
          <a:xfrm>
            <a:off x="306507" y="1785599"/>
            <a:ext cx="1774562" cy="1135125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25" name="그림 24">
            <a:extLst>
              <a:ext uri="{FF2B5EF4-FFF2-40B4-BE49-F238E27FC236}">
                <a16:creationId xmlns:a16="http://schemas.microsoft.com/office/drawing/2014/main" id="{DD154C3E-4F09-409B-9080-2072A71DB267}"/>
              </a:ext>
            </a:extLst>
          </p:cNvPr>
          <p:cNvPicPr>
            <a:picLocks noChangeAspect="1"/>
          </p:cNvPicPr>
          <p:nvPr/>
        </p:nvPicPr>
        <p:blipFill rotWithShape="1"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558" t="412"/>
          <a:stretch/>
        </p:blipFill>
        <p:spPr>
          <a:xfrm>
            <a:off x="2590796" y="1807607"/>
            <a:ext cx="1762331" cy="1064288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sp>
        <p:nvSpPr>
          <p:cNvPr id="26" name="Rectangle 10">
            <a:extLst>
              <a:ext uri="{FF2B5EF4-FFF2-40B4-BE49-F238E27FC236}">
                <a16:creationId xmlns:a16="http://schemas.microsoft.com/office/drawing/2014/main" id="{3D76A997-39A5-424D-810E-F2B2096207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88374" y="2959762"/>
            <a:ext cx="303557" cy="3463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14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굴림" pitchFamily="50" charset="-127"/>
                <a:ea typeface="굴림" pitchFamily="50" charset="-127"/>
              </a:rPr>
              <a:t>7</a:t>
            </a:r>
            <a:r>
              <a:rPr lang="ko-KR" altLang="en-US" sz="14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굴림" pitchFamily="50" charset="-127"/>
                <a:ea typeface="굴림" pitchFamily="50" charset="-127"/>
              </a:rPr>
              <a:t>호</a:t>
            </a:r>
          </a:p>
        </p:txBody>
      </p:sp>
      <p:sp>
        <p:nvSpPr>
          <p:cNvPr id="27" name="Rectangle 10">
            <a:extLst>
              <a:ext uri="{FF2B5EF4-FFF2-40B4-BE49-F238E27FC236}">
                <a16:creationId xmlns:a16="http://schemas.microsoft.com/office/drawing/2014/main" id="{4E49391F-4228-4E99-87EF-7BDAC05682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17898" y="2965187"/>
            <a:ext cx="303557" cy="3463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14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굴림" pitchFamily="50" charset="-127"/>
                <a:ea typeface="굴림" pitchFamily="50" charset="-127"/>
              </a:rPr>
              <a:t>7</a:t>
            </a:r>
            <a:r>
              <a:rPr lang="ko-KR" altLang="en-US" sz="14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굴림" pitchFamily="50" charset="-127"/>
                <a:ea typeface="굴림" pitchFamily="50" charset="-127"/>
              </a:rPr>
              <a:t>호</a:t>
            </a:r>
          </a:p>
        </p:txBody>
      </p:sp>
      <p:sp>
        <p:nvSpPr>
          <p:cNvPr id="28" name="Rectangle 10">
            <a:extLst>
              <a:ext uri="{FF2B5EF4-FFF2-40B4-BE49-F238E27FC236}">
                <a16:creationId xmlns:a16="http://schemas.microsoft.com/office/drawing/2014/main" id="{D2BA8ED4-C426-4183-85AF-5127F4FB17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02595" y="2970694"/>
            <a:ext cx="303557" cy="3463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14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굴림" pitchFamily="50" charset="-127"/>
                <a:ea typeface="굴림" pitchFamily="50" charset="-127"/>
              </a:rPr>
              <a:t>6.5</a:t>
            </a:r>
            <a:r>
              <a:rPr lang="ko-KR" altLang="en-US" sz="14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굴림" pitchFamily="50" charset="-127"/>
                <a:ea typeface="굴림" pitchFamily="50" charset="-127"/>
              </a:rPr>
              <a:t>호</a:t>
            </a:r>
          </a:p>
        </p:txBody>
      </p:sp>
      <p:sp>
        <p:nvSpPr>
          <p:cNvPr id="29" name="Rectangle 10">
            <a:extLst>
              <a:ext uri="{FF2B5EF4-FFF2-40B4-BE49-F238E27FC236}">
                <a16:creationId xmlns:a16="http://schemas.microsoft.com/office/drawing/2014/main" id="{FBCC0795-7B01-4FAA-9DCD-900D62A124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5656" y="5372133"/>
            <a:ext cx="303557" cy="3463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14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굴림" pitchFamily="50" charset="-127"/>
                <a:ea typeface="굴림" pitchFamily="50" charset="-127"/>
              </a:rPr>
              <a:t>6.5</a:t>
            </a:r>
            <a:r>
              <a:rPr lang="ko-KR" altLang="en-US" sz="14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굴림" pitchFamily="50" charset="-127"/>
                <a:ea typeface="굴림" pitchFamily="50" charset="-127"/>
              </a:rPr>
              <a:t>호</a:t>
            </a:r>
          </a:p>
        </p:txBody>
      </p:sp>
      <p:sp>
        <p:nvSpPr>
          <p:cNvPr id="30" name="Rectangle 10">
            <a:extLst>
              <a:ext uri="{FF2B5EF4-FFF2-40B4-BE49-F238E27FC236}">
                <a16:creationId xmlns:a16="http://schemas.microsoft.com/office/drawing/2014/main" id="{726069EB-44F3-4B52-814A-9463C1574F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41315" y="5399028"/>
            <a:ext cx="904614" cy="3463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14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굴림" pitchFamily="50" charset="-127"/>
                <a:ea typeface="굴림" pitchFamily="50" charset="-127"/>
              </a:rPr>
              <a:t>4</a:t>
            </a:r>
            <a:r>
              <a:rPr lang="ko-KR" altLang="en-US" sz="14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굴림" pitchFamily="50" charset="-127"/>
                <a:ea typeface="굴림" pitchFamily="50" charset="-127"/>
              </a:rPr>
              <a:t>호 </a:t>
            </a:r>
            <a:r>
              <a:rPr lang="en-US" altLang="ko-KR" sz="14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굴림" pitchFamily="50" charset="-127"/>
                <a:ea typeface="굴림" pitchFamily="50" charset="-127"/>
              </a:rPr>
              <a:t>- </a:t>
            </a:r>
            <a:r>
              <a:rPr lang="ko-KR" altLang="en-US" sz="14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굴림" pitchFamily="50" charset="-127"/>
                <a:ea typeface="굴림" pitchFamily="50" charset="-127"/>
              </a:rPr>
              <a:t>고속가공기</a:t>
            </a:r>
          </a:p>
        </p:txBody>
      </p:sp>
      <p:sp>
        <p:nvSpPr>
          <p:cNvPr id="31" name="Rectangle 10">
            <a:extLst>
              <a:ext uri="{FF2B5EF4-FFF2-40B4-BE49-F238E27FC236}">
                <a16:creationId xmlns:a16="http://schemas.microsoft.com/office/drawing/2014/main" id="{9454AE65-82C5-492C-8B40-007570E10A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10174" y="5399028"/>
            <a:ext cx="904614" cy="3463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14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굴림" pitchFamily="50" charset="-127"/>
                <a:ea typeface="굴림" pitchFamily="50" charset="-127"/>
              </a:rPr>
              <a:t>4</a:t>
            </a:r>
            <a:r>
              <a:rPr lang="ko-KR" altLang="en-US" sz="14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굴림" pitchFamily="50" charset="-127"/>
                <a:ea typeface="굴림" pitchFamily="50" charset="-127"/>
              </a:rPr>
              <a:t>호 </a:t>
            </a:r>
            <a:r>
              <a:rPr lang="en-US" altLang="ko-KR" sz="14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굴림" pitchFamily="50" charset="-127"/>
                <a:ea typeface="굴림" pitchFamily="50" charset="-127"/>
              </a:rPr>
              <a:t>- </a:t>
            </a:r>
            <a:r>
              <a:rPr lang="ko-KR" altLang="en-US" sz="14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굴림" pitchFamily="50" charset="-127"/>
                <a:ea typeface="굴림" pitchFamily="50" charset="-127"/>
              </a:rPr>
              <a:t>고속가공기</a:t>
            </a:r>
          </a:p>
        </p:txBody>
      </p:sp>
      <p:sp>
        <p:nvSpPr>
          <p:cNvPr id="32" name="Rectangle 10">
            <a:extLst>
              <a:ext uri="{FF2B5EF4-FFF2-40B4-BE49-F238E27FC236}">
                <a16:creationId xmlns:a16="http://schemas.microsoft.com/office/drawing/2014/main" id="{02557C3E-9D26-45E4-8D49-8BC372058B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66196" y="5399028"/>
            <a:ext cx="904614" cy="3463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14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굴림" pitchFamily="50" charset="-127"/>
                <a:ea typeface="굴림" pitchFamily="50" charset="-127"/>
              </a:rPr>
              <a:t>4</a:t>
            </a:r>
            <a:r>
              <a:rPr lang="ko-KR" altLang="en-US" sz="14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굴림" pitchFamily="50" charset="-127"/>
                <a:ea typeface="굴림" pitchFamily="50" charset="-127"/>
              </a:rPr>
              <a:t>호 </a:t>
            </a:r>
            <a:r>
              <a:rPr lang="en-US" altLang="ko-KR" sz="14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굴림" pitchFamily="50" charset="-127"/>
                <a:ea typeface="굴림" pitchFamily="50" charset="-127"/>
              </a:rPr>
              <a:t>- </a:t>
            </a:r>
            <a:r>
              <a:rPr lang="ko-KR" altLang="en-US" sz="14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굴림" pitchFamily="50" charset="-127"/>
                <a:ea typeface="굴림" pitchFamily="50" charset="-127"/>
              </a:rPr>
              <a:t>고속가공기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p26"/>
          <p:cNvSpPr txBox="1">
            <a:spLocks noGrp="1"/>
          </p:cNvSpPr>
          <p:nvPr>
            <p:ph type="body" idx="4294967295"/>
          </p:nvPr>
        </p:nvSpPr>
        <p:spPr>
          <a:xfrm>
            <a:off x="407987" y="323850"/>
            <a:ext cx="6657900" cy="49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1" dirty="0"/>
              <a:t>12</a:t>
            </a:r>
            <a:r>
              <a:rPr lang="en-US" sz="24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 </a:t>
            </a:r>
            <a:r>
              <a:rPr lang="ko-KR" altLang="en-US" sz="24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금속 가공 </a:t>
            </a:r>
            <a:r>
              <a:rPr lang="en-US" altLang="ko-KR" sz="24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en-US" altLang="ko-KR" sz="2400" b="1" dirty="0"/>
              <a:t>S/W</a:t>
            </a:r>
            <a:r>
              <a:rPr lang="ko-KR" altLang="en-US" sz="24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현황</a:t>
            </a:r>
            <a:r>
              <a:rPr lang="en-US" altLang="ko-KR" sz="24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dirty="0"/>
          </a:p>
        </p:txBody>
      </p:sp>
      <p:sp>
        <p:nvSpPr>
          <p:cNvPr id="34" name="Rectangle 3"/>
          <p:cNvSpPr txBox="1">
            <a:spLocks noChangeArrowheads="1"/>
          </p:cNvSpPr>
          <p:nvPr/>
        </p:nvSpPr>
        <p:spPr bwMode="auto">
          <a:xfrm>
            <a:off x="212061" y="5585778"/>
            <a:ext cx="920432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1" fontAlgn="base" latinLnBrk="1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120000"/>
              <a:buFontTx/>
              <a:buBlip>
                <a:blip r:embed="rId3"/>
              </a:buBlip>
              <a:tabLst/>
              <a:defRPr/>
            </a:pPr>
            <a:r>
              <a:rPr lang="en-US" altLang="ko-KR" kern="0" dirty="0">
                <a:effectLst/>
                <a:latin typeface="+mn-lt"/>
                <a:ea typeface="+mn-ea"/>
              </a:rPr>
              <a:t>CAM  </a:t>
            </a:r>
            <a:r>
              <a:rPr kumimoji="1" lang="ko-KR" altLang="en-US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인   원</a:t>
            </a:r>
            <a:r>
              <a:rPr kumimoji="1" lang="en-US" altLang="ko-KR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: 2</a:t>
            </a:r>
            <a:r>
              <a:rPr kumimoji="1" lang="ko-KR" altLang="en-US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명 </a:t>
            </a:r>
            <a:r>
              <a:rPr kumimoji="1" lang="en-US" altLang="ko-KR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</a:t>
            </a:r>
            <a:r>
              <a:rPr kumimoji="1" lang="ko-KR" altLang="en-US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경력 </a:t>
            </a:r>
            <a:r>
              <a:rPr lang="en-US" altLang="ko-KR" kern="0" dirty="0">
                <a:effectLst/>
                <a:latin typeface="+mn-lt"/>
                <a:ea typeface="+mn-ea"/>
              </a:rPr>
              <a:t>20~30</a:t>
            </a:r>
            <a:r>
              <a:rPr lang="ko-KR" altLang="en-US" kern="0" dirty="0">
                <a:effectLst/>
                <a:latin typeface="+mn-lt"/>
                <a:ea typeface="+mn-ea"/>
              </a:rPr>
              <a:t>년 </a:t>
            </a:r>
            <a:r>
              <a:rPr lang="en-US" altLang="ko-KR" kern="0" dirty="0">
                <a:effectLst/>
                <a:latin typeface="+mn-lt"/>
                <a:ea typeface="+mn-ea"/>
              </a:rPr>
              <a:t>)</a:t>
            </a:r>
            <a:endParaRPr kumimoji="1" lang="ko-KR" altLang="en-US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35" name="그림 34">
            <a:extLst>
              <a:ext uri="{FF2B5EF4-FFF2-40B4-BE49-F238E27FC236}">
                <a16:creationId xmlns:a16="http://schemas.microsoft.com/office/drawing/2014/main" id="{7C49FE14-F0DE-4C83-AFED-3FEC20F8FC2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2982" y="921599"/>
            <a:ext cx="3466203" cy="1800000"/>
          </a:xfrm>
          <a:prstGeom prst="rect">
            <a:avLst/>
          </a:prstGeom>
        </p:spPr>
      </p:pic>
      <p:pic>
        <p:nvPicPr>
          <p:cNvPr id="36" name="그림 35">
            <a:extLst>
              <a:ext uri="{FF2B5EF4-FFF2-40B4-BE49-F238E27FC236}">
                <a16:creationId xmlns:a16="http://schemas.microsoft.com/office/drawing/2014/main" id="{846833B8-748E-48B9-A520-6124C560553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31180" y="907199"/>
            <a:ext cx="3232353" cy="1800000"/>
          </a:xfrm>
          <a:prstGeom prst="rect">
            <a:avLst/>
          </a:prstGeom>
        </p:spPr>
      </p:pic>
      <p:sp>
        <p:nvSpPr>
          <p:cNvPr id="37" name="Rectangle 3">
            <a:extLst>
              <a:ext uri="{FF2B5EF4-FFF2-40B4-BE49-F238E27FC236}">
                <a16:creationId xmlns:a16="http://schemas.microsoft.com/office/drawing/2014/main" id="{E9F43736-036D-4739-A2A8-E4EF067689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2063" y="3579512"/>
            <a:ext cx="920432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1" fontAlgn="base" latinLnBrk="1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120000"/>
              <a:buFontTx/>
              <a:buBlip>
                <a:blip r:embed="rId3"/>
              </a:buBlip>
              <a:tabLst/>
              <a:defRPr/>
            </a:pPr>
            <a:r>
              <a:rPr kumimoji="1" lang="en-US" altLang="ko-KR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2D </a:t>
            </a:r>
            <a:r>
              <a:rPr kumimoji="1" lang="ko-KR" altLang="en-US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설계 </a:t>
            </a:r>
            <a:r>
              <a:rPr kumimoji="1" lang="en-US" altLang="ko-KR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P/G  : </a:t>
            </a:r>
            <a:r>
              <a:rPr kumimoji="1" lang="en-US" altLang="ko-KR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GstarCAD</a:t>
            </a:r>
            <a:r>
              <a:rPr kumimoji="1" lang="en-US" altLang="ko-KR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2024 </a:t>
            </a:r>
            <a:endParaRPr kumimoji="1" lang="ko-KR" altLang="en-US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8" name="Rectangle 3">
            <a:extLst>
              <a:ext uri="{FF2B5EF4-FFF2-40B4-BE49-F238E27FC236}">
                <a16:creationId xmlns:a16="http://schemas.microsoft.com/office/drawing/2014/main" id="{24FECCE5-17EF-450C-AFE9-0112295493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8215" y="4023373"/>
            <a:ext cx="920432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1" fontAlgn="base" latinLnBrk="1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120000"/>
              <a:buFontTx/>
              <a:buBlip>
                <a:blip r:embed="rId3"/>
              </a:buBlip>
              <a:tabLst/>
              <a:defRPr/>
            </a:pPr>
            <a:r>
              <a:rPr lang="en-US" altLang="ko-KR" kern="0" dirty="0">
                <a:effectLst/>
                <a:latin typeface="+mn-lt"/>
                <a:ea typeface="+mn-ea"/>
              </a:rPr>
              <a:t>3</a:t>
            </a:r>
            <a:r>
              <a:rPr kumimoji="1" lang="en-US" altLang="ko-KR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 </a:t>
            </a:r>
            <a:r>
              <a:rPr kumimoji="1" lang="ko-KR" altLang="en-US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모델 </a:t>
            </a:r>
            <a:r>
              <a:rPr lang="ko-KR" altLang="en-US" kern="0" dirty="0">
                <a:effectLst/>
                <a:latin typeface="+mn-lt"/>
                <a:ea typeface="+mn-ea"/>
              </a:rPr>
              <a:t>및 설계 </a:t>
            </a:r>
            <a:r>
              <a:rPr kumimoji="1" lang="en-US" altLang="ko-KR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P/G  : </a:t>
            </a:r>
            <a:r>
              <a:rPr lang="en-US" altLang="ko-KR" kern="0" dirty="0">
                <a:effectLst/>
                <a:latin typeface="+mn-lt"/>
                <a:ea typeface="+mn-ea"/>
              </a:rPr>
              <a:t>NX</a:t>
            </a:r>
            <a:r>
              <a:rPr lang="ko-KR" altLang="en-US" kern="0" dirty="0">
                <a:effectLst/>
                <a:latin typeface="+mn-lt"/>
                <a:ea typeface="+mn-ea"/>
              </a:rPr>
              <a:t> </a:t>
            </a:r>
            <a:r>
              <a:rPr lang="en-US" altLang="ko-KR" kern="0" dirty="0">
                <a:effectLst/>
                <a:latin typeface="+mn-lt"/>
                <a:ea typeface="+mn-ea"/>
              </a:rPr>
              <a:t>10.0</a:t>
            </a:r>
            <a:endParaRPr kumimoji="1" lang="ko-KR" altLang="en-US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9" name="Rectangle 3">
            <a:extLst>
              <a:ext uri="{FF2B5EF4-FFF2-40B4-BE49-F238E27FC236}">
                <a16:creationId xmlns:a16="http://schemas.microsoft.com/office/drawing/2014/main" id="{F8534A5B-DE0E-487C-8952-B01D96B2B6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5255" y="4467234"/>
            <a:ext cx="920432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1" fontAlgn="base" latinLnBrk="1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120000"/>
              <a:buFontTx/>
              <a:buBlip>
                <a:blip r:embed="rId3"/>
              </a:buBlip>
              <a:tabLst/>
              <a:defRPr/>
            </a:pPr>
            <a:r>
              <a:rPr kumimoji="1" lang="en-US" altLang="ko-KR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2D CAM P/G  : </a:t>
            </a:r>
            <a:r>
              <a:rPr lang="en-US" altLang="ko-KR" kern="0" dirty="0">
                <a:effectLst/>
                <a:latin typeface="+mn-lt"/>
                <a:ea typeface="+mn-ea"/>
              </a:rPr>
              <a:t>Mastercam</a:t>
            </a:r>
            <a:endParaRPr kumimoji="1" lang="ko-KR" altLang="en-US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40" name="그림 39">
            <a:extLst>
              <a:ext uri="{FF2B5EF4-FFF2-40B4-BE49-F238E27FC236}">
                <a16:creationId xmlns:a16="http://schemas.microsoft.com/office/drawing/2014/main" id="{AB0F9F8C-1261-4293-9436-5869C89A036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08863" y="2847012"/>
            <a:ext cx="2599593" cy="1800000"/>
          </a:xfrm>
          <a:prstGeom prst="rect">
            <a:avLst/>
          </a:prstGeom>
        </p:spPr>
      </p:pic>
      <p:pic>
        <p:nvPicPr>
          <p:cNvPr id="41" name="그림 40">
            <a:extLst>
              <a:ext uri="{FF2B5EF4-FFF2-40B4-BE49-F238E27FC236}">
                <a16:creationId xmlns:a16="http://schemas.microsoft.com/office/drawing/2014/main" id="{3FBAB8C9-2CD3-44F8-B146-797B6FF09C3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12364" y="4787999"/>
            <a:ext cx="2886570" cy="1800000"/>
          </a:xfrm>
          <a:prstGeom prst="rect">
            <a:avLst/>
          </a:prstGeom>
        </p:spPr>
      </p:pic>
      <p:sp>
        <p:nvSpPr>
          <p:cNvPr id="42" name="Rectangle 3">
            <a:extLst>
              <a:ext uri="{FF2B5EF4-FFF2-40B4-BE49-F238E27FC236}">
                <a16:creationId xmlns:a16="http://schemas.microsoft.com/office/drawing/2014/main" id="{D1A75D63-D51B-452F-98C3-3EF8F07A8C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2062" y="4867094"/>
            <a:ext cx="920432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1" fontAlgn="base" latinLnBrk="1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120000"/>
              <a:buFontTx/>
              <a:buBlip>
                <a:blip r:embed="rId3"/>
              </a:buBlip>
              <a:tabLst/>
              <a:defRPr/>
            </a:pPr>
            <a:r>
              <a:rPr lang="en-US" altLang="ko-KR" kern="0" dirty="0">
                <a:effectLst/>
                <a:latin typeface="+mn-lt"/>
                <a:ea typeface="+mn-ea"/>
              </a:rPr>
              <a:t>3</a:t>
            </a:r>
            <a:r>
              <a:rPr kumimoji="1" lang="en-US" altLang="ko-KR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 CAM P/G  : </a:t>
            </a:r>
            <a:r>
              <a:rPr lang="en-US" altLang="ko-KR" kern="0" dirty="0">
                <a:effectLst/>
                <a:latin typeface="+mn-lt"/>
                <a:ea typeface="+mn-ea"/>
              </a:rPr>
              <a:t>NCGCAM 19.0</a:t>
            </a:r>
            <a:endParaRPr kumimoji="1" lang="ko-KR" altLang="en-US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p26"/>
          <p:cNvSpPr txBox="1">
            <a:spLocks noGrp="1"/>
          </p:cNvSpPr>
          <p:nvPr>
            <p:ph type="body" idx="4294967295"/>
          </p:nvPr>
        </p:nvSpPr>
        <p:spPr>
          <a:xfrm>
            <a:off x="407987" y="323850"/>
            <a:ext cx="6657900" cy="49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1" dirty="0"/>
              <a:t>13</a:t>
            </a:r>
            <a:r>
              <a:rPr lang="en-US" sz="24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 </a:t>
            </a:r>
            <a:r>
              <a:rPr lang="ko-KR" altLang="en-US" sz="24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추가</a:t>
            </a:r>
            <a:r>
              <a:rPr lang="en-US" sz="24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ko-KR" altLang="en-US" sz="2400" b="1" dirty="0"/>
              <a:t>진행 항목 </a:t>
            </a:r>
            <a:endParaRPr dirty="0"/>
          </a:p>
        </p:txBody>
      </p:sp>
      <p:sp>
        <p:nvSpPr>
          <p:cNvPr id="37" name="Rectangle 3">
            <a:extLst>
              <a:ext uri="{FF2B5EF4-FFF2-40B4-BE49-F238E27FC236}">
                <a16:creationId xmlns:a16="http://schemas.microsoft.com/office/drawing/2014/main" id="{E9F43736-036D-4739-A2A8-E4EF067689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48863" y="1282712"/>
            <a:ext cx="2819137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1" fontAlgn="base" latinLnBrk="1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120000"/>
              <a:buFontTx/>
              <a:buBlip>
                <a:blip r:embed="rId3"/>
              </a:buBlip>
              <a:tabLst/>
              <a:defRPr/>
            </a:pPr>
            <a:r>
              <a:rPr kumimoji="1" lang="ko-KR" altLang="en-US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금속 가공 연마기</a:t>
            </a:r>
          </a:p>
        </p:txBody>
      </p:sp>
      <p:sp>
        <p:nvSpPr>
          <p:cNvPr id="38" name="Rectangle 3">
            <a:extLst>
              <a:ext uri="{FF2B5EF4-FFF2-40B4-BE49-F238E27FC236}">
                <a16:creationId xmlns:a16="http://schemas.microsoft.com/office/drawing/2014/main" id="{24FECCE5-17EF-450C-AFE9-0112295493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11815" y="1265773"/>
            <a:ext cx="2388185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1" fontAlgn="base" latinLnBrk="1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120000"/>
              <a:buFontTx/>
              <a:buBlip>
                <a:blip r:embed="rId3"/>
              </a:buBlip>
              <a:tabLst/>
              <a:defRPr/>
            </a:pPr>
            <a:r>
              <a:rPr kumimoji="1" lang="en-US" altLang="ko-KR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SMART ASHTRAY</a:t>
            </a:r>
            <a:endParaRPr kumimoji="1" lang="ko-KR" altLang="en-US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12" name="그림 11" descr="20250620_145001022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1781" y="1687136"/>
            <a:ext cx="2098219" cy="3479202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액세서리이(가) 표시된 사진&#10;&#10;매우 높은 신뢰도로 생성된 설명"/>
          <p:cNvPicPr>
            <a:picLocks noChangeAspect="1"/>
          </p:cNvPicPr>
          <p:nvPr/>
        </p:nvPicPr>
        <p:blipFill>
          <a:blip r:embed="rId3" cstate="print">
            <a:lum brigh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180392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그림 5" descr="20221208_135653.pn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820800" y="2944800"/>
            <a:ext cx="7595999" cy="1407663"/>
          </a:xfrm>
          <a:prstGeom prst="rect">
            <a:avLst/>
          </a:prstGeom>
        </p:spPr>
      </p:pic>
      <p:sp>
        <p:nvSpPr>
          <p:cNvPr id="7" name="직사각형 6"/>
          <p:cNvSpPr/>
          <p:nvPr/>
        </p:nvSpPr>
        <p:spPr>
          <a:xfrm>
            <a:off x="4716654" y="3354086"/>
            <a:ext cx="3384996" cy="595725"/>
          </a:xfrm>
          <a:prstGeom prst="rect">
            <a:avLst/>
          </a:prstGeom>
        </p:spPr>
        <p:txBody>
          <a:bodyPr wrap="none" lIns="163242" tIns="81622" rIns="163242" bIns="81622">
            <a:spAutoFit/>
          </a:bodyPr>
          <a:lstStyle/>
          <a:p>
            <a:r>
              <a:rPr lang="ko-KR" altLang="en-US" sz="2800" b="1" kern="0" dirty="0">
                <a:ln>
                  <a:solidFill>
                    <a:prstClr val="white">
                      <a:alpha val="5000"/>
                    </a:prstClr>
                  </a:solidFill>
                </a:ln>
                <a:effectLst>
                  <a:outerShdw blurRad="139700" algn="ctr" rotWithShape="0">
                    <a:prstClr val="black">
                      <a:alpha val="40000"/>
                    </a:prstClr>
                  </a:outerShdw>
                </a:effectLst>
                <a:latin typeface="HY헤드라인M" panose="02030600000101010101" pitchFamily="18" charset="-127"/>
                <a:ea typeface="HY헤드라인M" panose="02030600000101010101" pitchFamily="18" charset="-127"/>
              </a:rPr>
              <a:t>㈜ 동원엔지니어링 </a:t>
            </a:r>
            <a:endParaRPr lang="ko-KR" altLang="en-US" sz="2800" dirty="0"/>
          </a:p>
        </p:txBody>
      </p:sp>
    </p:spTree>
    <p:extLst>
      <p:ext uri="{BB962C8B-B14F-4D97-AF65-F5344CB8AC3E}">
        <p14:creationId xmlns:p14="http://schemas.microsoft.com/office/powerpoint/2010/main" val="403406676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04570" y="2526890"/>
            <a:ext cx="7702750" cy="92333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ko-KR" sz="5400" dirty="0"/>
              <a:t>I'm really grateful to you.</a:t>
            </a:r>
            <a:endParaRPr lang="ko-KR" altLang="en-US" sz="5400" dirty="0"/>
          </a:p>
        </p:txBody>
      </p:sp>
      <p:sp>
        <p:nvSpPr>
          <p:cNvPr id="4" name="TextBox 3"/>
          <p:cNvSpPr txBox="1"/>
          <p:nvPr/>
        </p:nvSpPr>
        <p:spPr>
          <a:xfrm>
            <a:off x="3366894" y="5919023"/>
            <a:ext cx="247696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algn="ctr">
              <a:spcBef>
                <a:spcPts val="720"/>
              </a:spcBef>
              <a:buClr>
                <a:schemeClr val="dk1"/>
              </a:buClr>
              <a:buSzPts val="3600"/>
            </a:pPr>
            <a:r>
              <a:rPr lang="ko-KR" altLang="en-US" sz="2000" b="1" dirty="0">
                <a:solidFill>
                  <a:schemeClr val="dk1"/>
                </a:solidFill>
              </a:rPr>
              <a:t> </a:t>
            </a:r>
            <a:r>
              <a:rPr lang="en-US" altLang="ko-KR" sz="2000" b="1" dirty="0">
                <a:solidFill>
                  <a:schemeClr val="dk1"/>
                </a:solidFill>
              </a:rPr>
              <a:t>(</a:t>
            </a:r>
            <a:r>
              <a:rPr lang="ko-KR" altLang="en-US" sz="2000" b="1" dirty="0">
                <a:solidFill>
                  <a:schemeClr val="dk1"/>
                </a:solidFill>
              </a:rPr>
              <a:t>주</a:t>
            </a:r>
            <a:r>
              <a:rPr lang="en-US" altLang="ko-KR" sz="2000" b="1" dirty="0">
                <a:solidFill>
                  <a:schemeClr val="dk1"/>
                </a:solidFill>
              </a:rPr>
              <a:t>)</a:t>
            </a:r>
            <a:r>
              <a:rPr lang="ko-KR" altLang="en-US" sz="2000" b="1" dirty="0">
                <a:solidFill>
                  <a:schemeClr val="dk1"/>
                </a:solidFill>
              </a:rPr>
              <a:t>동원엔지니어링</a:t>
            </a:r>
          </a:p>
        </p:txBody>
      </p:sp>
    </p:spTree>
    <p:extLst>
      <p:ext uri="{BB962C8B-B14F-4D97-AF65-F5344CB8AC3E}">
        <p14:creationId xmlns:p14="http://schemas.microsoft.com/office/powerpoint/2010/main" val="403406676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1_Office 테마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205</TotalTime>
  <Words>1959</Words>
  <Application>Microsoft Office PowerPoint</Application>
  <PresentationFormat>화면 슬라이드 쇼(4:3)</PresentationFormat>
  <Paragraphs>418</Paragraphs>
  <Slides>23</Slides>
  <Notes>23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23</vt:i4>
      </vt:variant>
    </vt:vector>
  </HeadingPairs>
  <TitlesOfParts>
    <vt:vector size="33" baseType="lpstr">
      <vt:lpstr>HY헤드라인M</vt:lpstr>
      <vt:lpstr>微软雅黑</vt:lpstr>
      <vt:lpstr>Noto Sans Symbols</vt:lpstr>
      <vt:lpstr>华文楷体</vt:lpstr>
      <vt:lpstr>굴림</vt:lpstr>
      <vt:lpstr>맑은 고딕</vt:lpstr>
      <vt:lpstr>Arial</vt:lpstr>
      <vt:lpstr>helvetica</vt:lpstr>
      <vt:lpstr>1_Office 테마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U-2</dc:creator>
  <cp:lastModifiedBy>glsaimd@daum.net</cp:lastModifiedBy>
  <cp:revision>40</cp:revision>
  <dcterms:modified xsi:type="dcterms:W3CDTF">2025-06-24T00:15:04Z</dcterms:modified>
</cp:coreProperties>
</file>